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3.xml" ContentType="application/inkml+xml"/>
  <Override PartName="/ppt/ink/ink2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1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8-31T07:10:23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5990 11274,'19'0,"18"37,-18 19,18 0,19 37,-38-19,57 38,18 18,18-19,-55-36,74 55,-18-37,-19 0,0 0,-37-74,37 37,-37-19,0-19,37 20,0-20,18 1,-18-19,19 0,-1-19,-18-18,75-37,-19 36,18-55,-18-18,0 18,0-38,-1 20,-17-1,-1 1,0 36,-55 38,-38-19,0 19,-18 18,-19-18,0 19,0-1,0 0,0 1,0-1,0-18,0 18</inkml:trace>
  <inkml:trace contextRef="#ctx0" brushRef="#br0" timeOffset="734.16">9544 11292,'-19'0,"0"0,1 19,18 0,-37-19,18 37,0-37,-18 37,19-37,-20 37,38-18,-18-19,-1 18,19 1,-18-19</inkml:trace>
  <inkml:trace contextRef="#ctx0" brushRef="#br0" timeOffset="1515.7157">9544 11311,'18'0,"1"0,-19 19,37-1,-18 19,18-18,-19 37,20-19,-20 0,38 19,-37 0,18-19,-19-18,1 18,18-19,-18 1,-19 0,18-19</inkml:trace>
  <inkml:trace contextRef="#ctx0" brushRef="#br0" timeOffset="3308.1092">10660 11311,'37'19,"-18"18,18-19,-19 20,1-1,18 0,0 0,1 0,-1 56,19-18,18 36,-37-18,19-37,-37 0,18-19,-18 0,18 1,37 36,-18-18,37 0,19-38,-1 20,19-1,1 0,17-18,1 18,0-37,0 0,37 0,-19 0,38 0,-19-19,0 1,-18-1,-1-18,-18 0,-38-1,-18-17,0-1,1 19,-39-19,-17 18,-20-17,19-1,-18 19,-19-19,19 19,-1 18,-18-37,0 0,0 38,0-19,0 18,19 0,-19-18,18 19,-18-1,0 0,0 1,0-1,19 19,0-18,-19-20,18 20,1-1,-19 1,0-1,0 0</inkml:trace>
  <inkml:trace contextRef="#ctx0" brushRef="#br0" timeOffset="3974.0935">14771 11218,'0'-19,"19"19,-38 19,1 0,-1 18,-18-19,18 20,-18-20,18 1,-18 18,19-18,-1 18,0-19,1 1,18 0,0-57</inkml:trace>
  <inkml:trace contextRef="#ctx0" brushRef="#br0" timeOffset="4919.3463">14771 11311,'19'0,"-1"37,38 38,0 36,0-18,-38-56,38 38,-37-38,18-18,-37-1,-19-55</inkml:trace>
  <inkml:trace contextRef="#ctx0" brushRef="#br0" timeOffset="6173.5565">15739 11367,'18'0,"19"56,19 18,-19-37,19 75,19-38,-57-37,38 19,-37-19,-1-18,19 18,1-18,-1 18,19 19,-1 0,20-1,37 20,-1-1,1 19,37-37,18-19,-18-37,18 38,57-20,17-18,20-18,-19-38,18 19,-18-38,18 1,-36-1,-20 19,-73 19,-1 0,0-19,-18 0,-1-18,-18 0,-18-19,-20 18,-17-36,-1-1,0 0,-37 19,0 38,0-1,19 18,-19 20,0-1,0 1,0-1,0-18</inkml:trace>
  <inkml:trace contextRef="#ctx0" brushRef="#br0" timeOffset="6851.6451">20594 10939,'0'18,"0"20,-37-1,18 0,-18 0,18 1,1-20,-19 19,18-18,0 18,1-18,18-1,-19-18,19 19,-18-19,18 19,-19-19,19 18</inkml:trace>
  <inkml:trace contextRef="#ctx0" brushRef="#br0" timeOffset="7738.8497">20557 11088,'0'18,"37"1,-18 18,37 0,-1 19,1-19,19 19,-20-19,-17 1,-1-20,-19 19,1-37,0 38,-1-38,-36 0,-1-19</inkml:trace>
  <inkml:trace contextRef="#ctx0" brushRef="#br0" timeOffset="10484.2181">22864 10009,'18'18,"1"1,18 0,-18 18,-1-19,38 20,-19-20,1 19,17-37,-17 38,17-20,-17 19,-1-18,0 0,0 18,-18-19,18 1,-18-19,-38-37,0 0,1 18</inkml:trace>
  <inkml:trace contextRef="#ctx0" brushRef="#br0" timeOffset="11177.0954">23403 10009,'-18'0,"-1"37,-18 0,18-18,-18 18,18-18,-18 18,19-19,-1 20,-18-20,18 1,-18 18,0-18,37-1,-19-18,1 0,18 19,-19-19,0 0,19 18,-18-18,18 19,-37 0,18-1,0 1,1-19,-1 0,19-37</inkml:trace>
  <inkml:trace contextRef="#ctx0" brushRef="#br0" timeOffset="12356.8884">23161 9860,'0'18,"19"1,-19 18,19-18,-19-1,0 20,0-20,0 1,0 0,18 36,-18-36,0 18,0-18,0 18,0-18,0-1,0 1,0-1,0 1,0 0,0-1,0 1,0-1,0 1,0 18,0-18,0 18,0-18,0-1,0 1,0 18,0-18,0-1,0 19,0-18,0 0,0-1</inkml:trace>
  <inkml:trace contextRef="#ctx0" brushRef="#br0" timeOffset="17224.1791">23031 9320,'19'19,"-1"18,20 0,-20-18,19 18,-18-18,18-1,-18-18,-1 0,1-18,37-94,37 1,18-38,1-19,18 1,-37 18,38-18,-38 74,-19 18,-37 57,-37-1</inkml:trace>
  <inkml:trace contextRef="#ctx0" brushRef="#br0" timeOffset="21418.1421">14920 6362,'0'19,"19"18,-1 0,1-18,18 0,-37 18,37-19,-37 20,19-20,-1 1,1-1,0-18,-1 0,19 0,-18 0,18 0,0-18,19-1,0-18,56-19,-1-18,38-1,37-36,37 18,-37-37,19 37,-37-19,-20 56,-36-18,0 36,-19 1,-75 19,1-1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01T06:39:29.8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13581 4595</inkml:trace>
  <inkml:trace contextRef="#ctx0" brushRef="#br0" timeOffset="5715.8476">11999 8000</inkml:trace>
  <inkml:trace contextRef="#ctx0" brushRef="#br0" timeOffset="10022.0247">13915 4595</inkml:trace>
  <inkml:trace contextRef="#ctx0" brushRef="#br0" timeOffset="11549.8908">12334 8000</inkml:trace>
  <inkml:trace contextRef="#ctx0" brushRef="#br0" timeOffset="13295.2704">14213 4521</inkml:trace>
  <inkml:trace contextRef="#ctx0" brushRef="#br0" timeOffset="15967.8584">12613 8037</inkml:trace>
  <inkml:trace contextRef="#ctx0" brushRef="#br0" timeOffset="20032.792">14474 4614</inkml:trace>
  <inkml:trace contextRef="#ctx0" brushRef="#br0" timeOffset="21595.0075">12836 7944</inkml:trace>
  <inkml:trace contextRef="#ctx0" brushRef="#br0" timeOffset="23586.6482">15571 8316,'19'0,"18"37,-18-37,18 19,19-1,-1 1,1-19,37 0,19 37,-1-18,1 18,-19 0,19 0,-1-18,-36 18,-19-18,18-1,-37 1,0-1,-18-18,0 0,-1 19</inkml:trace>
  <inkml:trace contextRef="#ctx0" brushRef="#br0" timeOffset="25062.8515">16799 8539,'37'19,"0"18,1-19,-20 20,38-20,-37 19,18-18,-19 0,-18-1,19-18,0 19,-38-19,0 0,-18 0,19 0,18 18,-38-18,20 0,-19 0,-19 0,0 19,19-19,-19 0,19 0,18 0,1 0,-1 0</inkml:trace>
  <inkml:trace contextRef="#ctx0" brushRef="#br0" timeOffset="47690.9491">15608 9172,'19'0,"18"0,-18 0,18-38,37 38,-18-18,19 18,-1-19,-55 19,-1-18,19 18,1 0,-20 0,1 0,-1 0,1 0,0 0,-1 0,1 0,-1 0,1 0,0 0,18 0,-19 0,1 0</inkml:trace>
  <inkml:trace contextRef="#ctx0" brushRef="#br0" timeOffset="49288.7175">16222 8911,'19'19,"-1"-1,20 1,-20-19,19 18,-37 1,19-19,0 19,-1-19,1 0,0 0,-1 18,1 1,-1-19,1 0,-19 19,37-19,-18 18,-1 19,20-37,-1 38,-19-38,20 37,-20-19,1-18,-1 0,-36 0,-19 0,-1 0,20 0,-38 19,0 0,19-19,0 37,18-19,-18-18,18 0,1 19,-20 0</inkml:trace>
  <inkml:trace contextRef="#ctx0" brushRef="#br0" timeOffset="60873.611">12055 12967,'19'0,"36"0,-17 0,-1 0,37 0,-36 0,17 0,1 0,0 0,-37 0,18 0,0 0,-18 0,-1 0,19 0,-18 0,0 0,-1 0,19 0,-18 0,0 0,18 0,-19 0,20 18,-1-18,19 37,-19-37,0 19,0 0,0-1,19-18,-37 37,18-18,0 0,-18-1,0-18,18 0,19 19,-19-1,-19-18,20 19,-1-19,-19 19,1-1,18-18,-18 0,-1 19,20 0,-20-19,1 0,18 0,-18 18,-1-18,19 0,-18 0,0 0,18 0,-19 0,1 0,18 0,19-18,-37-1,36 0,1 19,0-37,18 0,-36 37,18-37,-1-1,20 20,-38-1,-18 1,18 18,-19-19,1 0,18 19,-18-18,-1-1,1 19,0 0,18-18,-19-1,1 19,18-19,-18-18,-1 37,20-18,-20-1,19 19,-18-19,0 1,-1 18,1 0,-1 0,1-19,18 19,-18 0</inkml:trace>
  <inkml:trace contextRef="#ctx0" brushRef="#br0" timeOffset="72327.9209">7311 12223,'0'-19,"-18"19,-1 0,0 0,1 0,-1 0,1 0,-20 0,1 0,19 19,-20-19,20 18,-1-18,-18 19,18-19,1 0,-19 0,37 18,-19-18,-18 19,18-19,0 0,-18 37,0-37,37 37,-37-37,37 38,-19-20,1 19,-20-18,38 0,-37 18,19-19,18 20,0-20,-19 1,19-1,0 20,0-20,0 1,0 18,0-18,19-1,-19 1,18-1,1-18,-19 19,0 0,18 18,1-37,0 37,-1-37,1 19,-1 18,20-19,-20 20,1-20,18 1,0-1,19 20,56-20,-38 1,-18-1,18-18,-18 0,19 0,-38 0,-19 0,1 0,0 0,18 0,-19 0,1 0,18 0,-18 0,-1 0,20 0,-1-18,-19 18,20 0,-1 0,-19 0,1 0,18-19,-18 19,-1-18,1 18,0 0,-1 0,1-19,0 19,-1-19,19 19,-18-18,0-1,-1 19,1-18,18-1,-18 0,18 1,-19-1,1 1,0 18,-1-19,1 0,-1 19,-18-18,19 18,-19-19,19 19,-19-18,0-1,18 0,-18 1,19-1,-19 1,0-1,0 0,18 1,1-1,-19 1,19-1,-19 0,0 1,18-1,-18 1,19 18,-19-19,0 0,18 1,-18-1,0 1,0-1,19 19,-19-19,0 1,0-1,0 1,0-1,0 0,0 1,0-1,-19 19,19-18,-18-1,-1 19,1-19,-1 19,19-18,-19 18,1 0,18-19,-19 19,1-18,-20 18,20-19,-1 19,1 0,-20 0,20 0,-1 0,-18 0,18 0,1 0,-1 0,-18 0,0 0,18 0,1 0,-20 0,20 0,-1 0,-18 0,18 0,1 0,-1 0,-18 19,18-19,1 0,-20 0,20 0,-1 0,1 0,-1 0,19 18,-19-18,1 0,-1 0,1 0,-1 0,-18 0,18 0,1 0,-1 0,0 0,1 0,-1 0,1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01T06:56:40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 3535,'-19'-19,"1"0,-1 19,1-18,-1 18,0 0,1 0,-19 0,18 0,19 18,-37 1,18 0,1-1,-1 19,-18-37,37 19,-19 0,-18 18,18-19,19 1,-18 0,-1-1,1 20,18-20,0 1,-19 18,19-18,-19-1,19 19,0-18,0 18,0-18,0-1,0 1,19-19,-19 19,19-19,-1 0,1 18,-1-18,1 0,0 0,-1 0,1 0,-1-18,1-1,0 0,18 19,-19-37,1 19,0-20,18 20,-19-19,1 18,18 0,-18-18,18 19,-18-20,-1 38,-18-18,19 18,-19-19,0 0,0 1,0-1,0 1,0-1,0 0,-19 19,1 0,18-18,-19 18,0 0,19-19,38 38,-38-1,18 1,1 0,0-1,-1 19,1-18,-1 0,1 18,0-18,-1 18,1-19,-1 1,-18 18,0-18,19-1,0 20,-19-20,0 1,18-1,-18 1,0 0,0-1,19-18,-1 0</inkml:trace>
  <inkml:trace contextRef="#ctx0" brushRef="#br0" timeOffset="915.7681">2046 3795,'0'-18,"38"-1,36 0,19-18,0 0,19 0,-1-1,1 1,0 0,-19 18,0 1,-38 18,-17-19,-1 1,0-1,0 19,-18 0,-1-19,20 19,-1-18,-19 18,20 0,-1-19,-19 19,1-18,0 18</inkml:trace>
  <inkml:trace contextRef="#ctx0" brushRef="#br0" timeOffset="2280.7648">3237 3218,'19'0,"-1"0,19 0,1 0,17 0,1 0,0-18,0 18,0-19,-1 19,-17 0,-20 0,38 0,-37 0,-1 0,1 0,0 0,-1 0,1 0,-1 0,-18 19,-18-1,-19 20,18-20,-18 19,18-37,1 38,-1-20,0 1,19-1,-37 20,18-20,1 1,-1 18,1-37,-1 19,0-1,1-18,-1 0</inkml:trace>
  <inkml:trace contextRef="#ctx0" brushRef="#br0" timeOffset="3164.0495">4223 2828,'19'0,"-1"0,-18 18,19 1,-19 0,0-1,0 38,18 0,-18-38,0 20,19 17,-19-17,0-1,0 19,19-38,-19 1,0 18,0-18,0 18,0-19,18-18,-18 19,0 0,0-1,0-36</inkml:trace>
  <inkml:trace contextRef="#ctx0" brushRef="#br0" timeOffset="4233.1277">4651 2753,'0'19,"0"18,0 0,18 38,20 18,-20 18,1-36,-1-19,1 18,-19-55,19 18,-19-19,18 20,-18-20,19 1,-19-1,0 1,-19-38,1 1</inkml:trace>
  <inkml:trace contextRef="#ctx0" brushRef="#br0" timeOffset="5631.178">4353 3163,'19'0,"-1"0,20-19,-20 19,1 0,18-19,-18 19,-1-18,19 18,-18 0,0 0,18-19,-19 1,1 18,0 0,-1 0,1 0</inkml:trace>
  <inkml:trace contextRef="#ctx0" brushRef="#br0" timeOffset="12671.0846">9227 3088,'0'37,"19"19,-19 0,19 56,-1-38,-18 0,19 1,-19-19,18-1,-18 1,0 0,0 0,0-37,0-1,0 1,0-1,0 1,0-56,0 18,19-37,0-37,-19 19,37-1,0-18,19 38,-19-1,0 37,0-18,-18 37,0-19,-1 19,1 0,-1 19,-18 0,38 18,-20 0,19 0,-37 0,38 56,-38-37,18-19,-18-18,0 18,0 1,0-1,0-19,0 1,0 0,-18-38,-1 19,19-19</inkml:trace>
  <inkml:trace contextRef="#ctx0" brushRef="#br0" timeOffset="14551.6728">10641 3274,'0'0,"-18"0,-1 0,19-18,0-1,-19 19,1 0,-1 0,-18 0,0 0,37 19,-19-19,19 18,-18-18,18 19,-19-1,0 1,19 18,0-18,0-1,0 1,-18 18,18-18,-19-1,19 1,0 0,0-1,0 1,0-1,0 1,0 0,0-1,0 1,19-1,-19 20,18-20,-18 1,19-19,0 0,-1-37,-18 18,0 0,19-18,-19 19,0-1,0 0,0-18,0 19,0-1,0 0,0 1,-19 18,19-19,0 1,0-1,0-18,0 18,0 1,19-1,-1 0,-18 1,19 18,0 0,18 37,-19-18,1-1,0 19,-1-18,1 18,-1-18,1-1,0 20,-1-20,1 19,-19-18,37 0,-37-1,0 1,19-19,-19 18,18-18,-18-18,0-1</inkml:trace>
  <inkml:trace contextRef="#ctx0" brushRef="#br0" timeOffset="15623.0788">10883 3237,'19'19,"-1"18,1-19,-1 1,20 18,-20 0,1 1,-1 17,1 1,0-37,-1-1,-18 20,19-20,-19 1,19-19,-19 18,0-36,-19-1,19-37,-19 19,19 0,0 0,0-19,0 19,0 0,0-1,19 20,0-1,-19 1,18-1,1 38,-1-1,20 19,-20 1,19-1,-18 0,18-18,-18 18,-1-19,-18 20,0-20,19 1,-19-1,19 1,-19 0,0-38</inkml:trace>
  <inkml:trace contextRef="#ctx0" brushRef="#br0" timeOffset="16841.154">11516 3274,'18'0,"1"19,-1 18,1-18,0-1,-19 19,0-18,0 0,18 18,-18 0,0-18,0-1,0 1,0 18,0-18,0-1,0 1,19-19,-1-75,20 1,-38 0,37-38,19 38,-38 36,19 20,-18-19,18 18,-37-18,19 37,-1 0,-18-19,19 19,0 37,-1-18,19 18,-18 19,0-19,-1 19,1-19,-19-18,0 37,18-38,-18 1,0-1,0 20,19-38,-19 18,-19-36,1-20,-19 20,37-1</inkml:trace>
  <inkml:trace contextRef="#ctx0" brushRef="#br0" timeOffset="19173.7324">12781 3200,'0'0,"0"-19,0 1,-19 18,19-19,-19 0,1 1,-1-1,-18 19,18 0,-18 0,19 19,-1-19,-18 18,18 1,1-19,18 19,-19-19,0 18,1 1,18-1,-19 20,1-20,-1 1,19 18,0-18,-19-1,1 1,18 18,0-18,0 18,0-19,0 20,0-20,0 1,18-1,-18 1,19 0,0-1,-19 1,18-19,19 18,-18-18,0 0,-1 0,1-18,-1-1,1-18,0 18,-1-18,1 19,-19-1,18-18,-18 18,19 1,-19-20,0 20,0-1,0 1,0-1,19 0,-19 1,0-1,0 1,18-1,-18 0,0 1,19-1,-19 1,0-1,0 0,18 19,-18-18,19 18,-19 18,19 20,-1-20,-18 1,0 18,19-18,-19-1,0 1,18-1,1 1,0 0,-19-1,18 19,-18-18,19-19,-19 37,18-37,-18 19,19 18,-19-18,19 18,-1-37,-18 18,19 1,18 0,-37-1,19-18,-1 19,-18-38,-18 1,-1-1,19 0</inkml:trace>
  <inkml:trace contextRef="#ctx0" brushRef="#br0" timeOffset="20862.7864">13227 2809,'19'0,"-1"0,-18 37,0-18,0 0,0 18,19 19,-19-1,0-17,0 36,0-37,19 0,-19-18,18 18,-18 0,0-18,19 18,-19 0,0-18,18-19,-18 37,0-18,0-1,0-36,0-19,19 18,0-18,-1 18,1 1,18-20,-37 20,37-19,-18 18,-19 0,37 1,-37-1,19 1,-19-1,18 19,1-19,-1 1,1-1,18 1,-37-1,19 19,-1-19,1 19,0 0,-1 0,1 19,-1 0,1 36,0-17,-1-20,1 19,-19-18,0 0,18 18,-18-19,19 1,-19 18,0-18,0 18,19-18,-19 18,0-19</inkml:trace>
  <inkml:trace contextRef="#ctx0" brushRef="#br0" timeOffset="27508.7189">10567 4037,'18'0,"1"0,18 0,-18 19,-1-19,1 0,0 0,-1 0,1 0,-1 0,-36 0,-1 0,1 0,-20 0,20 18,-1-18,19 19,-18 18,-1 0,0-37,1 0,18-18,74 18</inkml:trace>
  <inkml:trace contextRef="#ctx0" brushRef="#br0" timeOffset="28875.7009">12762 3832,'-19'0,"1"19,-1 0,19-1,0 1,0-1,37-18,-18 0,18 0,-37-18,-37-1,0 1,37-1,-19 19,56 0,-18 0,-19 19</inkml:trace>
  <inkml:trace contextRef="#ctx0" brushRef="#br0" timeOffset="35100.3662">10790 4372,'0'18,"-19"20,19-1,0-19,0 1,-18 18,18-18,0-1,0 20,-19-20,19 1,0-1,0 1</inkml:trace>
  <inkml:trace contextRef="#ctx0" brushRef="#br0" timeOffset="36632.6778">11088 4297,'0'19,"0"0,0-1,0 1,0-1,0 1,0 0,0-1,0 19,0-18,0 0,0-1,0 1,0-1,0 1,0 0,0-1,0 1,0-1,-19-18</inkml:trace>
  <inkml:trace contextRef="#ctx0" brushRef="#br0" timeOffset="37449.682">10790 4576,'37'0,"-18"0,-1 0,1 0,37 0,-38 0,1 0,18 0,-18 0,-1-18,1-1</inkml:trace>
  <inkml:trace contextRef="#ctx0" brushRef="#br0" timeOffset="38755.6809">12595 4130,'0'19,"0"18,0-19,0 1,0 18,0-18,18-1,1 20,-19-20,0 1,0 18,0-18,0-1,0 1,0-1,0 1,0 0,0-1,0 19</inkml:trace>
  <inkml:trace contextRef="#ctx0" brushRef="#br0" timeOffset="40593.6809">13004 4018,'0'38,"0"-20,18 1,-18 18,19-18,-19-1,0 1,0-1,0 1,0 0,0-1,0 1,0-1,0 1,0 0,0-1,0 1,0-1,19 1,-19 0,0-1,0 1,0-1,0 1,18 0,-18-1,0 1,0-1,0 1,0 0</inkml:trace>
  <inkml:trace contextRef="#ctx0" brushRef="#br0" timeOffset="41957.6798">12669 4372,'19'0,"-1"0,1 0,-1 0,1-19,0 19,-19-18,37 18,-19 0,1-19,18 19,-18 0,-1-19,1 19,18 0,-18 0,-1 0,1 0,0 0,-1 0,1 0,-1 0,1 0,0 0,-1 0,1 0</inkml:trace>
  <inkml:trace contextRef="#ctx0" brushRef="#br0" timeOffset="58464.3136">16259 2772,'19'0,"-19"37,19-18,-1 37,1-19,-19 56,37-19,-18-18,-1 0,1-19,-19 0,0-18,0-1,0 20,19-20,-19 1,0-1,18 1,-18 0,0-1,0 1,0-1,19-36,-1-1,1 1,0-38,18 37,-19 1,20-20,-20 20,1-1,18 1,0 18,-18 0,-1 0,1 0,0 18,-1 19,1-18,-1 0,20 18,-20 0,19-18,-18 36,-19-36,19 0,-19 18,0-19,0 1,0 0,0-57,0 20</inkml:trace>
  <inkml:trace contextRef="#ctx0" brushRef="#br0" timeOffset="60012.6638">17450 3311,'-19'-18,"1"18,18-19,-19 19,1 0,-1 0,19-18,-19 18,1 0,-1 0,1 0,-1 18,19 1,-19-1,19 1,0 18,0-18,0-1,0 1,0 18,0-18,0-1,19 1,-19 0,19-19,-1 0,1 0,-1 0,20 0,-20-19,1 19,-1-19,1 1,-19-1,0 1,0-1,0 0,-19 19,19-18,0-1,0 1,0-1,0 38,19-1,18 1,-18 37,18-38,-18 1,18 37,-18-38,-1 1,19 18,-18-18,0-1,-1 1,1-19,-19 18,0-36,0-19,37 18</inkml:trace>
  <inkml:trace contextRef="#ctx0" brushRef="#br0" timeOffset="61172.8107">17952 3311,'0'38,"19"-20,-19 1,0 18,0-18,0 18,0-19,0 1,0 0,0-1,19 1,-19-1,0-55,-19 0,19-19,0 0,0 1,19 17,-1 20,-18-1,19-18,-1 37,1 0,18 0,-18 37,-1-18,1 18,18-18,-18-1,-1 19,20-18,-20 18,19-18,-37-1,19 20,-19-20,19 1,-19-1,0 1,0 0,0-38</inkml:trace>
  <inkml:trace contextRef="#ctx0" brushRef="#br0" timeOffset="62240.9152">18566 3293,'19'18,"0"1,-19 37,18-38,1 1,-19 18,0-18,18-1,-36-18,18-18,0-19,0-19,0-19,18 20,20-1,-20 19,19-38,-37 57,38-1,-38-18,18 37,1 0,-1 0,1 18,-19 1,19-19,-1 19,19 18,-37-19,38 20,-20-20,19 19,-18-18,18 18,-37 0,19 19,-1-37,1-1,-19 20,19-38,-19 18,0 1,18-19,1 0</inkml:trace>
  <inkml:trace contextRef="#ctx0" brushRef="#br0" timeOffset="63931.1402">19589 3163,'-18'0,"18"-19,-19 19,1 0,-1 0,0 0,1 0,-1 0,1 0,-1 0,0 19,19-1,-18 1,18-1,0 1,0 0,0-1,0 1,18-1,1-18,-19 19,19-19,-19 19,18-19,-18 18,19-18,18 0,-18 0,-1 0,1-37,-19 18,0 1,18-19,1 18,-19 0,19 1,-19-1,18 19,1 0,0 19,-1 18,19-18,-18-1,0 1,-19-1,18-18,1 19,-1-19</inkml:trace>
  <inkml:trace contextRef="#ctx0" brushRef="#br0" timeOffset="65524.1333">20017 2772,'38'19,"-20"-1,19 57,-18-20,18 1,0-19,-18 38,18-38,-18 0,18 19,-18-19,-1-18,1 18,-1-37,-18 19,0-57,0 20,0-1,0-18,0 18,0-18,19 19,0-38,18 37,-19-18,1 18,18 1,-18-1,-1 1,-18-1,19 19,0 0,18 74,0-36,-18 36,18-18,0-19,-18 0,-1-18,-18-1</inkml:trace>
  <inkml:trace contextRef="#ctx0" brushRef="#br0" timeOffset="68386.0687">17487 4056,'0'-19,"0"38,0-1,0 1,0 18,0 0,0-18,19 18,0 0,-19 19,0-19,18-18,1 18,-19-18,0-1,18 19,-18-18,0 0,0-57</inkml:trace>
  <inkml:trace contextRef="#ctx0" brushRef="#br0" timeOffset="69527.9276">17785 4037,'19'0,"-19"19,18-1,1 1,-1 18,-18-18,19 18,0 0,-1-18,1-1,-1 19,-18-18,38 18,-20-18,1-1,-19 1,0 0,18-19</inkml:trace>
  <inkml:trace contextRef="#ctx0" brushRef="#br0" timeOffset="71415.8998">17543 4335,'19'18,"-1"-18,1 0,0 0,-1 0,19 0,-18 0,0 0,-1 0,1 0,-1 0,1 0,0 0,-1 0,19-18,-18 18,0 0</inkml:trace>
  <inkml:trace contextRef="#ctx0" brushRef="#br0" timeOffset="75599.7445">19738 3963,'-18'0,"-1"18,1 1,-1-1,0 1,1 0,18-1,0 1,0-1,0 1,0 0,0 18,0-19,0 1,0 0,0-1,0 1,18-1,1 1,-19 18,19-18,-1 18,1-37,-1 37,20-18,-20-1,1-18,18 0,-18 0,-1 0,19 0,-18 0,0-18,-1-1,1-18,-1 18,-18 1,0-1,0 1,19-1,-19 0,0-18,0 19,0-1,0 0,0 1,0-19,0 18,-19-18,1 18,18 1,-19-1,19 0,-18 19,18-18,-19-1,0 19,1 0,-1-18,1 18,-1 0,0 0,1 0,-1 0</inkml:trace>
  <inkml:trace contextRef="#ctx0" brushRef="#br0" timeOffset="77049.4123">19831 4279,'19'0,"0"0,-19 18,0 1,18-19,1 19,-1-1,1 1,-19 18,19-18,-1-1,-18 1,37-1,-37 1,19-19,0 19,-1-1,19-18,-18 0,0 0,18 19,-19-19,1 0,18 0,-18 0,-1 0,1 0,0 0,18-19,-19 19,1 0,18-18,-18 18,-1 0,1 0</inkml:trace>
  <inkml:trace contextRef="#ctx0" brushRef="#br0" timeOffset="89655.6522">17413 2977,'0'0,"-19"0,1 0,-1 0,0 18,1 1,-19-1,37 20,-38-20,20 1,18-1,-19-18,19 19,-18 0,-1-19,19 18,-37 19,18-37,1 38,-1-20,0 1,19-1,-18 1,18 0,0-1,0 1,-19 18,1-18,18-1,0 19,0-18,0 18,0-18,0-1,0 1,0 0,0-1,0 1,0 18,0-18,0-1,0 20,0-20,0 1,0-1,0 1,0 0,0-1,0 1,0-1,0 1,18 0,-18-1,19 19,-19-18,37 0,-37 18,19-19,-19 1,18 18,1-18,-19-1,18 20,1-20,-19 1,19 18,-1-18,-18-1,19 1,-19-1,0 1,18-19,-18 19,19-19,-19 18,19 1,-1-1,1 1,-1 0,-18-1,19-18,0 19,-1-1,1 1,-1-19,20 19,-20-19,1 0,0 0,18 0,-19 0,1 0,18 0,-18 0,-1 0,1 0,0 0,-1 0,1 0,37 0,-38 0,1 0,-1 0,1 0,0 0,-1 0,1 0,-1-19,1 0,0 1,-1 18,-18-19,19 1,-19-1,18 19,-18-19,19 1,0 18,-19-19,18 19,-18-18,0-1,19 0,-19 1,0-19,18 18,-18 0,19-18,-19 19,0-1,19 0,-19 1,0-1,0-18,0 18,0 1,18-19,-18 18,0 0,0 1,0-19,0 18,0-18,0 18,-18 1,18-20,0 20,0-1,-19-18,19 18,0 1,0-1,-19-18,19 18,-18 1,18-1,-19 0,1 1,18-19,-19 37,0-38,-18 20,19-1,-1-18,19 18,-37-18,18 19,1-1,-1 0,19-18,-37 19,18-1,-18-18,18 37,19-19,-18 1,-1 18,1-19,18 0,-38 1,20-1,-1 19,1 0,-1-18,0 18,1-19,-1 19,19-19,-18 19</inkml:trace>
  <inkml:trace contextRef="#ctx0" brushRef="#br0" timeOffset="92706.9403">19236 2809,'0'19,"19"-19,-19 37,0-18,18-1,-18 19,19-18,-19 0,0 18,0-19,18 1,1 18,-19-18,0-1,0 20,0-20,0 19,0-18,0 18,0-18,0-1,0 1,0 0,0 18,0-19,0 1,0 18,0-18,0-1,0 1,0 18,0-18,0-1,0 1,-19 0,19 18,0-19,0 1,0 18,0 1,-18-1,18 0,0-18,0 18,0-19,0 1,-19 0,19 18,0-19,0 1,0 0,0-1,0 1,0 18,0-18,0-1,0 1,0 18,0-18,0-1,19 1,-19-1,18 20,-18-20,0 1,19-1,-19 1,19 0,-19-1,18 1,-18-1,19-18,-1 19,-18 0,19-19,-19 18,19 1,-1-1,1-18,-19 19,18-19,-18 19,38-1,-20-18,1 19,-1-19,1 0,18 18,-18-18,0 0,18 0,-19 0,1 0,18 19,-18-19,-1 0,1 0,18 0,-18 0,-1 0,20 0,-1 0,-19 0,1 0,18 0,-18 0,-1-19,1 19,0 0,-1-18,19-1,-18 1,0 18,18-19,-19 19,1 0,0-19,18 1,-37-1,18 19,20-18,-38-1,18 0,-18 1,0-1,19 19,-1-37,-18 18,0 1,0-1,0 1,0-1,0 0,19 1,-19-1,0 1,0-1,0 0,0 1,0-1,0-18,0 18,0 1,-19-19,1 18,-1-18,-18 0,18 18,-18-18,19 18,-20-18,20 18,-1 1,-18-19,18 18,-18-18,19 18,-1 0,0-18,-18 19,19-20,-20 20,20-19,-1 37,1-38,-1 38,19-18,-19 18,19-37,-18 18,-1 0,1-18,-1 19,0-1,19 0,-18 1,18-1,0 1,0-1,-19 0,19 1,0-1,-18-18,-1 37,19-19,0 1,-19 18,19-19,0 1,-18 18,18-19,-19 0,19 1,-18 18,18-19,0 1,-19-1,0 19,19-19,-18 1,18-1,-19 19,19-18,-19 18,1-19,-1 0,1 1,-1 18,0-19,1 19,-19-18,18-1,0 19,1 0,-1 0,1 0,-1 0</inkml:trace>
  <inkml:trace contextRef="#ctx0" brushRef="#br0" timeOffset="122621.9234">7125 4149,'0'18,"0"1,0 18,0-18,0-38,19-55,18 36,-18 20,-1-19,19 18,-18 0,0 19,18-18,-19 18,20 0,-20 18,19 20,-18-20,18 19,-37 1,19-20,-19 1,0-1,0 20,0-20,0 1,0-1,0 1,0 0,-19-19,19-19,0-18,0 0,19-1,-1-17,1 36,0-18,18 18,-37 1,18-1,1 0,0 1,-1 36,1 57,-1-19,-18-1,0 20,0-38,0-18,0-1,0 1,-18-38,18 1,-19-20,19 20</inkml:trace>
  <inkml:trace contextRef="#ctx0" brushRef="#br0" timeOffset="123943.6219">7869 4037,'0'37,"0"-18,0-1,0 20,0-20,0 1,0-1,19 20,-19-20,0 1,18-19,-18 18,19-18,-19 19,19 0,-1-19,1 18,0-18,-1 0,1 0,-1 0,1-18,0-20,18 20,-19-1,1 1,18-1,-18-18,18 18,-18-18,-1 18,-18-18,0 19,0-1,0 0,0 1,-18 18,-1-19,19 1,-19 18,1 0,-1 0,1 0,-1 0,0 0,1 0,-1 0,1 0,-1 0,0 0,19 18,-18-18,-1 0,1 19,-1-1,-18 1,18-19,0 0,1 0</inkml:trace>
  <inkml:trace contextRef="#ctx0" brushRef="#br0" timeOffset="125359.9974">8334 4111,'19'0,"-19"19,0 0,0-1,0 1,0 18,0-18,0-1,0 19,0-18,0 0,0 18,-19-37,19 18,0-36,0-19,19-19,18 19,-18 18,-1-18,20 37,-20-37,1 18,-1 19,20-19,-1 19,-19 0,20 0,-20 19,1 18,-19 0,0 1,0-1,0 0,0-18,0 18,0-19,0 20,0-20,-19 1,19-1,-18 1,18 18,-19-37,19 19,-19-1</inkml:trace>
  <inkml:trace contextRef="#ctx0" brushRef="#br0" timeOffset="127326.5749">8967 4130,'-19'0,"19"19,-18-1,-1 1,19-1,0 1,-19 0,19-1,-18 1,18-1,0 1,-19-19,19 19,0-1,0 1,19-19,-1 0,1 0,0 0,-1 18,1-18,-1 0,1 0,18 0,-18-18,0 18,-1 0,1-19,-19 1,0-1,0 0,0 1,0-1,-19 19,1 0,18-18,-19 18,19-19,-19 19,1 0,-1 0,19-19,-19 1</inkml:trace>
  <inkml:trace contextRef="#ctx0" brushRef="#br0" timeOffset="178814.1155">7627 6474,'19'0,"18"-19,-18 1,-1-1,20 1,-20-1,19-18,-18 37,0-37,-1 18,19 19,-37-19,38 19,-38-18,18 18</inkml:trace>
  <inkml:trace contextRef="#ctx0" brushRef="#br0" timeOffset="179862.4497">7720 6307,'19'0,"0"18,-19 1,18 18,1-18,-19-1,0 19,0-18,18 0,-18 18,19 0,-19-18</inkml:trace>
  <inkml:trace contextRef="#ctx0" brushRef="#br0" timeOffset="181829.0252">8000 6362,'18'-18,"1"18,-1 0,1 0,18 0,-18 0,-1 0,1 18,-19 1,0 0,0-1,0 1,0-1,-19 1,19 0,-18-1,-1 1,19 18,-18-37,18 19,-19-19,0 18,1 1,18-1,-19-18,1 0,36 19,1-19,-1 0,1 0,0 19,-1-19,19 0,-18 18,0-18,18 0,-19 0</inkml:trace>
  <inkml:trace contextRef="#ctx0" brushRef="#br0" timeOffset="192789.3914">8502 6474,'37'0,"0"0,-18 0,-1 0,1 0,18 0,-18 0,-1 0,1 0</inkml:trace>
  <inkml:trace contextRef="#ctx0" brushRef="#br0" timeOffset="193555.4239">8613 6362,'0'19,"0"0,19-19,-19 18,0 1,0-1,0 1,0 0,0-1,0 1,0 18,0 0</inkml:trace>
  <inkml:trace contextRef="#ctx0" brushRef="#br0" timeOffset="195511.4297">8818 6418,'0'-18,"0"-20,0 20,0-1,0 1,19 18,-1 0,1 0,-1 0,-18 18,19 1,-19-1,0 1,0 0,0-1,0 1,-19-1,19 20,-18-20,-1 1,1-1,18 1,18-19,1 0,-1 0,1 0,0 0,-1 0,1 0,-1 0,1 0,0 0,-1 0,1 0,-38 0</inkml:trace>
  <inkml:trace contextRef="#ctx0" brushRef="#br0" timeOffset="211280.6942">8018 4539,'0'19,"0"-1,0 20,0-20,0 1,0-1,0 1,0 0,0-1,0 19,0-18,0 0,0-1,0 1,0 0,0-1,0 1</inkml:trace>
  <inkml:trace contextRef="#ctx0" brushRef="#br0" timeOffset="212642.7037">7906 4762,'0'19,"19"-19,0 19,-19-1,0 1,18-19,-18 19,19-1,0-18,-19 19,0-1,18-18,-18 19,19-19,-1-19,1 1,0-1,-1-18,19 18,-18 1</inkml:trace>
  <inkml:trace contextRef="#ctx0" brushRef="#br0" timeOffset="214642.416">8446 4539,'0'19,"37"-19,-37 18,19 1,-1-19,1 37,18-37,-37 19,19-19,-1 18,1 1,0 0,18-19,-37 37,37-37,-37 37,37-37,-37 19,19-1,-1 1,-18-38,0 1,0-20,0 20,0-1</inkml:trace>
  <inkml:trace contextRef="#ctx0" brushRef="#br0" timeOffset="215768.7305">8762 4558,'-18'0,"-1"0,0 0,-18 37,19 0,-20-37,20 19,-1-19,-18 18,18-18,1 19,-1-19,19 19,-37-1,18-18,19 19,-18-19,-1 18,1-18,18 19,0 0,-19-19,19 18,-19-18,19 19,-18 0</inkml:trace>
  <inkml:trace contextRef="#ctx0" brushRef="#br0" timeOffset="229576.6078">21152 6995,'-18'0,"-1"0,0 0,-18-19,37 1,0-19,-18 18,18 0,0-18,0 18,18 1,19-19,1 18,-20-18,38 18,-37 19,-1-18,19 18,1 0,-20 18,19 1,-18-1,0 20,-1-1,19-19,-37 38,38 0,-38 0,18-19,-18 19,0-37,0 18,0-19,-37 1,18 18,1-18,-38 18,19-18,0 18,-1-19,1 20,19-20,-20 1,1-1,19 1,-1-19,-18 0,18 0,1-19,-1 19,0-18,1-19,-1 37,19-38,0 20,19 18,-1 0,20 0,-20 0,19 18,-18 1,0 18,18-18,-19-1,20 20,-20-20,1 1,18-1,-18 1,18 0,-19-19,1 18,0-18,18 19,-19-1,20 20,17-20,20 19,-19-18,-38 0,20-1,-20-18,-18-18,0-1,0 0</inkml:trace>
  <inkml:trace contextRef="#ctx0" brushRef="#br0" timeOffset="231056.606">22045 6567,'0'37,"0"-18,0-1,0 20,0-20,0 1,0 18,0-18,0-1,0 1,0 37,0-38,0 1,0 0,0 18,0-19,0 1,0 18,0-18,0-1,0 1,0 0,19-1,-1 1,1 18,0-18,-19-1,37 19,-37-18,37 18,-18-18,-19-1,18-18,19 19,-18 0,0-1,18-18,-19 0,1 0,18 0,-18 0,-1 0,20 0,-20-37,-18 18,0 1,0-1,-18-18,18 18,0 1,0-19,-19 18,0 0,19 1,-18-1,18 1,-19-1,1 19,-1-19,19 1,-19 18,1 0,-1 0,19-19,-18 19,-1 0,-18 0,18 0,1 0,-1 0,0 0,1 0,-1 0,1 0,-1 0,0 0</inkml:trace>
  <inkml:trace contextRef="#ctx0" brushRef="#br0" timeOffset="232104.4201">22566 6325,'19'0,"-19"19,0-1,18 20,-18-20,0 1,0 18,0-18,0 18,0-19,0 1,0 18,0-18,0-1,0 1,0 37,0-38,0 1,0 0,0 18,0-19,0 1,0 18,19-18,-1 0,-18-1,0 1,0-1</inkml:trace>
  <inkml:trace contextRef="#ctx0" brushRef="#br0" timeOffset="233541.6185">22715 7255,'18'0,"1"0,0 0,-38 0,0 0,1 0,18-18</inkml:trace>
  <inkml:trace contextRef="#ctx0" brushRef="#br0" timeOffset="234996.2819">20464 9060,'37'0,"75"-37,-1-1,20 1,-1 19,-19-1,1-18,-19 18,-37 19,-38 0,-18 19</inkml:trace>
  <inkml:trace contextRef="#ctx0" brushRef="#br0" timeOffset="236099.4392">20743 9544,'-19'0,"19"18,-18-18,36 0,57-18,18-1,0-18,-37 0,-19 18,0 19,-18 0,-1 0,1 0,-1 0,20-19,-1 1,19 18,-1 0,-17 0,-20-19,1 19,18-18,-18 18,-1 0,1 0,-19-19</inkml:trace>
  <inkml:trace contextRef="#ctx0" brushRef="#br0" timeOffset="237365.4146">22213 8502,'18'0,"-18"18,0 20,19 17,-19 38,0 0,0-18,0-1,0-18,0-19,-19-18,1 0,18-1,-19 1,19-1,19-18,18 0,56-18,-19-19,19-1,-37 1,-37 18,-1 1,-18-1,0 1,0-1,0 0,0 1,0-1,0-18,0 18,0 1,0-1,0 1,19 36,-19 19,0-18,0 55,0 19,0 19,0 0,0-19,0-19,0-37,0 1,0-20,0 1,-19-19,1 0,18-19,-19 19,0 0,1 19,-1 18</inkml:trace>
  <inkml:trace contextRef="#ctx0" brushRef="#br0" timeOffset="238367.6175">23050 8502,'0'-19,"18"19,1 0,0 0,-1 0,19 19,1 18,17-18,1 18,19 19,-20-38,-17 19,17-18,-17 18,-20-18,19-1,-18 1,0-19,-19 19,18-19</inkml:trace>
  <inkml:trace contextRef="#ctx0" brushRef="#br0" timeOffset="239229.4172">23645 8279,'0'37,"0"-19,0 20,-19-20,19 19,0 1,-37 17,19-36,18 0,-19-1,0 1,1-1,-1 1,1 18,-1-37,19 19,-19-19,19 37,-18-37,18 19,-19-1,1 1,-1-1,19 1,0 0,-19-1,1 1,18-1,0 1,0 0,0-1,-19-18,19 19,0-1</inkml:trace>
  <inkml:trace contextRef="#ctx0" brushRef="#br0" timeOffset="240038.45">23943 8148,'18'0,"1"19,0 0,-1 18,-18 0,19 19,-19-19,0 37,0-18,0 19,0-1,0 0,18-18,-18 0,0 0,0-19,0-18,0-1,0 1,0-1,0 1,19-19,-19-19,37-18,-18 19</inkml:trace>
  <inkml:trace contextRef="#ctx0" brushRef="#br0" timeOffset="241369.4514">24389 8316,'19'18,"-1"20,1-20,0 19,-19 1,0 17,0-36,18 18,1 0,-19 1,18 17,1-17,0-1,-19-19,18 20,-18-20,19 1,-19-1,0 1,18-19,-18 19,19-19,0 18,-1-18,19 0,-18 0,18 0,-18-18,-1 18,38-38,0 20,0-19,-19 18,38-18,-57 18,1 1,-1-20,1 38,-19-18,0-1,0-18,0 18,-19 1,19-38,-37 37,19 1,-1-19,0 18,1-18,-1 37,-18-37,18 18,1 0,-1 1,-18-1,18 1,1-1,-1 19,0-19,-18 1,19 18,-1-19,-18 1,18 18,1 0,-20 0,20 0,-19 0,18 18,-18-18,18 0,1 19,-20-1,20-18,-1 19,1 0,18-1,0 1,-19-19</inkml:trace>
  <inkml:trace contextRef="#ctx0" brushRef="#br0" timeOffset="242412.3743">24557 7237,'0'0,"18"0,1 0,-1 0,1 0,0 18,-19 1,18 0,-18-1,19 19,-19-18,0 0,0-1,0 19,0-18,0 0,-19 18,19-19,-18 1,18 18,-19-18,0-1,19 20,-18-38,18 37,0-19,-19 1,1 0,18-1,18-18,19 0,1-18,-20 18,1-19,-1 0,1 19</inkml:trace>
  <inkml:trace contextRef="#ctx0" brushRef="#br0" timeOffset="244240.3343">25189 7032,'-18'0,"18"19,-19-19,0 37,19-18,0-1,-37 19,37-18,-18 18,-1-18,19-1,-19 1,1 0,18-1,-19-18,19 19,-18-1,-1 1,19 0,-19-1,1 1,-1 18,1-18,18-1,0 1,0-1,0 1,0 0,0-1,0 1,0-1,0 1,0 0,18-19,1 0,-1 0,20 0,-20 0,1 0,18-19,-18 0,-1 19,-18-18,19 18,-19-19,0 1,0-1,0 0,0 1,0-1,-19 19,19-18,-18 18,18-19,-19 19,0 0,1-19</inkml:trace>
  <inkml:trace contextRef="#ctx0" brushRef="#br0" timeOffset="252787.4467">22827 2958,'-38'0,"1"-37,18 18,1 19,-19-37,18 18,19-18,0 19,19-1,-1-18,1 18,18 19,-18 0,-1 0,20 19,-1-1,0 20,19-1,-19 0,0 37,0-36,-18-1,18 19,-18-19,18 19,-18-1,-1 1,-18 0,0 0,0 0,-18-19,-1 0,0-18,-18 36,19-36,-1 18,-18-18,18-1,-18 1,-19 0,38-19,-1 0,-18 0,0-19,18 0,-18 1,18-19,0 18,-18-18,19 18,-20-18,38 18,-18 1,-1 18,19-19,37 1,1-1,-1 19,0 0,-18 0,-1 19,20-1,-1 19,-19-18,75 37,-37 0,19 18,-20-18,-36 37,37-56,-38 0,20 1,-20-20,1 19,-19-18,18-19</inkml:trace>
  <inkml:trace contextRef="#ctx0" brushRef="#br0" timeOffset="254509.3705">23645 2660,'0'19,"0"18,0 19,0-37,0 36,0 1,0 0,0 0,0 0,0-19,-19 0,19 19,0 0,0-1,0-17,38 17,-38 1,0-19,18-18,1 18,-1-18,20-1,-20 20,1-20,-1 19,20-18,-20 0,20-1,-20 1,19 0,19-19,0 18,37 1,-37-19,0 0,-19 0,-19 0,-18-19,0 1,0-1,-18-18,-1-1,1 38,18-18,-19 18,-18-37,18 18,1 0,-1 1,0-1,1 19,-1-18,-18-1,18 0,1 1,-19-1,18 1,0 18,1-19,-1 0,1 19,18-18,-19 18,0-19,1 19,18-18,-19 18,0 0,1 0,-1 0,1 0,-1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01T07:12:25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14325 3200,'18'18,"1"1,-19 0,19 18,-1-19,1 1,-1 0,1-1,0 1,-1-19,-18 18,37-18,-18 0,0 19,-1-19,1 19,-1-19,1 0,0 0,-1 0,1 0,18 0,-18 0,-1 0,1 0,-1 0,1 0,0 0,18-19,-19 19,1-19,18 1,-18-1,18-18,19 18,-38 1,20-19,-1 18,-19-18,1 18,0 1,-1 18,-18-19</inkml:trace>
  <inkml:trace contextRef="#ctx0" brushRef="#br0" timeOffset="1285.2123">15106 3125,'37'0,"-18"0,-1 0,1 0,18 0,-18-18,-1 18,1 0,0 0,-1-19,1 1,0 18,-1 0,19-19,1 0,-20 19,19-18,-18-1,0 19,-1 0,-36 0,-1 0,0 19,1 18,-1-18,1-1,-1 1,0-1,19 20,-18-20,-1 1,19 18,-18-18,18-1,-19-18,19 37,0-18,0 0</inkml:trace>
  <inkml:trace contextRef="#ctx0" brushRef="#br0" timeOffset="2878.6846">15757 3311,'19'19,"-1"0,-18-1,19 19,0-18,18 18,-19-18,1-1,0 20,18-20,-19 19,20-37,-38 19,18-19,-18 19,37-1,-18-18,18 0,-18 0,-1 19,1-19,0 0,-1 0,19-19,-18 19,18-18,0-1,-18 19,0-19,18-18,-18 19,18-1,-19 0,1-18,18 37,-18-18,-1-1,1 19,0-19,-1-18,-18 19,0-1,0 0,0 1,19 18</inkml:trace>
  <inkml:trace contextRef="#ctx0" brushRef="#br0" timeOffset="4449.1857">16427 3218,'0'19,"37"-19,-18 0,-1 0,1 0,18 0,-18 0,-1 0,1 0,0 0,-1 0,1-19,-1 19,1 0,0 0,-1 0,-18-18,37-1,-37 38,0 18,0-18,0-1,0 1,0 18,0-18,0-1,0 19,0-18,0 0,0 18,0-19,-18-18,18 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01T07:14:04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10790 1619,'-19'-19,"1"0,-1 1,1 18,-1-19,-18 19,18-19,1 19,-20 0,-17 0,-1 0,0 0,-18 0,18 0,-19 0,20 0,-20 0,1 38,18-20,0-18,-18 38,-1-20,38 1,-19 18,38-18,-20-1,20 1,-19-1,18 20,0-38,1 37,-1-37,19 18,0 1,0 0,-18 18,18 0,0-18,0 18,0-19,37 20,-19-20,1 1,0 18,18 0,-19 0,20-18,-20 0,19 18,-18 0,18-37,-18 19,-1-19,1 0,18 18,-18 1,-1-19,20 0,-20 0,1 18,-1-18,-18 19,19-19,0 0,-1 0,1 19,0-19,-1 37,38-19,-19 20,0-20,1 1,-20-19,1 18</inkml:trace>
  <inkml:trace contextRef="#ctx0" brushRef="#br0" timeOffset="1168.1396">10139 2363,'19'0,"-19"18,18 1,1-19,-1 18,20-18,-20 19,-18 0,37-19,-18 18,0 1,-1-19,1 37,-1-18,1-1,18 1,-18-1,18 20,-18-20,-38-18,0 19,19 0,-37-1,19 19,-20-18,20 18,-19-18,18 18,-18 19,18-38,1 1,-20 18,20-18,-1-1</inkml:trace>
  <inkml:trace contextRef="#ctx0" brushRef="#br0" timeOffset="3641.3083">10660 5135,'-19'0,"-37"0,-18 18,-19 1,0-1,-19 1,19-19,0 37,19 0,18 1,37-38,1 18,-1 1,1 18,-1-37,0 37,1-18,-1 18,-18-18,37 18,-37-19,18 1,19 37,0-38,-18 1,18 18,-19-18,19-1,0 1,0 18,0-18,0 0,0 18,0-19,19 20,-19-20,37 1,-19 18,20-18,-20 18,1-19,18 1,-18 0,-1-1,19 1,-18-1,18 1,0 18,19-18,-18-1,-20 1,19-19,-18 19,0-19,-1 0,-18 18,19-18,-1 0,1 0,18 19,-18-19,-1 18,20-18,-20 0,1 0,-1 0,-36 0,-1-18,1 18,18-19,0 1</inkml:trace>
  <inkml:trace contextRef="#ctx0" brushRef="#br0" timeOffset="5155.039">10325 6214,'0'18,"19"-18,-1 0,-18 19,19-19,-1 37,1-37,-19 19,19-19,-19 18,18 1,1-19,-1 18,1 1,0 0,-1-1,1-18,-19 19,18-19,-36 0,-1 0,1 0,-1 0,0 0,-18 0,19 0,-1 18,-18-18,18 0,1 19,-20-19,20 19,-1-19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0-09-01T07:15:58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11664 763,'0'-19,"0"-18,38 18,-20-18,57 0,18-19,18 19,19 0,19-1,-18-17,-1 17,19 1,-38 0,1 0,-1 18,-18 1,-18 18,-19 0,0 0,37 0,18 0,-18 0,19 0,-19 0,18 18,-18-18,19 19,-38-1,1-18,-19 0,37 0,0 0,-19 0,-18 19,0-19,0 0,-19 19,19-19,-1 18,-17-18,36 0,0 0,38 19,-19-19,19 0,-38 0,75 0,-112 0,-18 0,18 0,-18 0,-19 37,18-18,1-1,-1 19,1-18,0 0,-19 18,18-18,1 18,-19-19,18 1,1 0,-19-1,0 1,0-1,19 20,-19-20,0 19,0-18,0 0,0-1</inkml:trace>
  <inkml:trace contextRef="#ctx0" brushRef="#br0" timeOffset="1068.0284">15739 744,'18'0,"19"19,-37-1,38 1,-20-19,1 19,18-1,-18 19,18-18,-19 18,20-18,-20 18,1-37,-1 19,-18-38,0 0,0 1,0-1,0 1,0-20,0 20,19-1,0-18,-1 18,1-18,18 19,-37-1,19 0,-19 1,0-1,18 19,-18-18</inkml:trace>
  <inkml:trace contextRef="#ctx0" brushRef="#br0" timeOffset="2773.6123">16018 130,'0'-18,"18"18,-18-19,37 19,1-19,-1 1,-19 18,20 0,-38 18,0 1,0 0,0 18,-19-19,19 1,-19 0,19-1,-18-18,-1 0,1 0,36 0,38 0,0 0,18 0,19 0,-37 0,0-18,-37-1,-1 19,1 0,-19 19,-19-1,1 1,-20-1,20-18,-1 19,-18 0,18-1,1 1,-20-1,20 1,-19 0,18-1,0 1,1-1,-1 1</inkml:trace>
  <inkml:trace contextRef="#ctx0" brushRef="#br0" timeOffset="4444.787">8874 1972,'56'0,"-1"0,20 37,-19-37,-19 19,-18-1,-1-18,-18 19,0 18,0-18,-37 18,18 0,1-18,-1-1,1 20,-1-20,0 19,19-18,-18 0,18-1,37 1,19-19,-19 0,37 0,-36 0,17 0,1 0,-37 0,-1 0,1 0</inkml:trace>
  <inkml:trace contextRef="#ctx0" brushRef="#br0" timeOffset="6154.7308">9265 5544,'0'18,"18"1,-18 0,19 36,-19-36,0 0,18 18,-18-19,0 1,0 0,0-1,-18 1,18 0,-19 18,1-19,18 1,-38 18,20 0,-1-18,19 0,-18-1,-1 1,0-1,19 20,0-20,0 1,0-1,0 1,38 0,-20-19,19 0,-18 0,0 0,-1 0,1 18,18-18,-37 19,19-19,18 0,-19 0,20 0,-38-19,-19 1</inkml:trace>
  <inkml:trace contextRef="#ctx0" brushRef="#br0" timeOffset="8223.7128">9246 5655,'19'-18,"-19"-1,18 19,-18-18,0-1,19 0,-19 1,0-1,0 1,0-1,-19 19,1 0,18-19,-19 19,0 0,1 0,-1 0,1 19,18 0,-19-1,19 1,-19-19,19 18,-18-18,18 19,0 0,0-1,-19 1,19-1,0 1,0 0,19-1,-1 1,-18-1,19-18,0 38,-1-38,-18 18,19-18,-19-18,0-1,-19 19</inkml:trace>
  <inkml:trace contextRef="#ctx0" brushRef="#br0" timeOffset="16097.8005">15739 5618,'0'37,"0"38,0 18,18 56,1 0,-19 18,-19-55,-18 55,0-18,0 37,-1-37,1-38,0-18,0 19,0-56,18 0,-18-19,0-19,-1 20,-36-20,18 19,-18 1,-38-1,0 0,1 0,18-18,-19-19,19 0,-18-19,-20-18,1 0,0 0,0-1,18 1,0 0,19 0,0 0,19-1,0 20,36-19,-18 18,19-18,-37 0,-1-19,-18 0,0-18,0-1,-18 1,36 18,-18-37,19 0,37 56,0-19,-1 0,20 19,-1 0,-18 18,18-18,-18 0,18 18,-18-18,37 0,-37 18,18-18,19 18,-37 1,19-20,-1 20,-18-38,18 37,1 1,-1-19,0 18,1 0,-1-18,19 19,-18-20,-1 20,19-1,-19-18,1 18,18 1,0-1,-19 0,19 1,-18-19,-1 37,19-19,0 0,-19 1,19-1,-18 1,-1-1,19 0,0-18,-18 19,-1-1,19 0,0 38,0 0,0-1,0 1,0-1,0 1,0 0,0-1,0 19,0-18,-19 0,19 18,-18-19,-1 20,19-20,0 1,-18 0,-1-1,19-36,0-20,0 1,0 18,0 1,0-19,19 18,-19 0,0 1,0-19,0 18,0 0,0 1,0-1,18 19,1 0,-1 0,20 0,-20 19,1-19,-19 18,18-18,1 19,0 0,-1 18,19-19,-18 1,37 37,-38-38,38 20,-19-20,1 20,-1-20,-19 1,20-1,-38-36</inkml:trace>
  <inkml:trace contextRef="#ctx0" brushRef="#br0" timeOffset="17543.7497">14120 7981,'19'0,"18"0,0 0,19-19,0 19,-19 0,-18-18,-1 18,1 0,-19 18,-19 1,1 0,-20 18,20-19,-20 1,20 0,-19-1,37 1,18-1,1-18,-1 19,1 0,-19-1,0 1,0-1,0 1,0 0,0-1,0 1,0-1,-37-18,18 0,1 19,-38 0,19-1,-1-18,20 0,-19 0,18 0,0 0,1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customXml" Target="../ink/ink5.xml"/><Relationship Id="rId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Traditional Symmetric Key Ciphers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 Keys</a:t>
            </a:r>
            <a:endParaRPr lang="en-US" dirty="0"/>
          </a:p>
        </p:txBody>
      </p:sp>
      <p:pic>
        <p:nvPicPr>
          <p:cNvPr id="1026" name="Picture 2" descr="C:\Users\Siva\AppData\Local\Microsoft\Windows\INetCache\IE\GJ0OQDYK\key-846527_960_72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016" y="3950666"/>
            <a:ext cx="763314" cy="32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Siva\AppData\Local\Microsoft\Windows\INetCache\IE\75B8SKHK\1024px-Orange_lock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530" y="3109722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93036"/>
            <a:ext cx="897941" cy="91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342" y="2193036"/>
            <a:ext cx="897940" cy="91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00" y="2495550"/>
            <a:ext cx="1061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plain text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32660" y="2419350"/>
            <a:ext cx="1453540" cy="48946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Encryption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410200" y="2406645"/>
            <a:ext cx="1453540" cy="4894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Decryption</a:t>
            </a:r>
            <a:endParaRPr lang="en-US" dirty="0"/>
          </a:p>
        </p:txBody>
      </p:sp>
      <p:pic>
        <p:nvPicPr>
          <p:cNvPr id="13" name="Picture 4" descr="C:\Users\Siva\AppData\Local\Microsoft\Windows\INetCache\IE\75B8SKHK\1024px-Orange_lock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070" y="3109721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Siva\AppData\Local\Microsoft\Windows\INetCache\IE\GJ0OQDYK\key-846527_960_72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313" y="3907633"/>
            <a:ext cx="763314" cy="32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stCxn id="5" idx="3"/>
            <a:endCxn id="12" idx="1"/>
          </p:cNvCxnSpPr>
          <p:nvPr/>
        </p:nvCxnSpPr>
        <p:spPr>
          <a:xfrm flipV="1">
            <a:off x="3886200" y="2651378"/>
            <a:ext cx="1524000" cy="12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52748" y="2266950"/>
            <a:ext cx="119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cipher text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863740" y="2451616"/>
            <a:ext cx="1061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plain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2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it work?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66788"/>
            <a:ext cx="7957403" cy="290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13" y="4152900"/>
            <a:ext cx="597217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24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 flaws?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219199"/>
          </a:xfrm>
        </p:spPr>
        <p:txBody>
          <a:bodyPr/>
          <a:lstStyle/>
          <a:p>
            <a:r>
              <a:rPr lang="en-US" dirty="0" smtClean="0"/>
              <a:t>Key exchange itself is tedious</a:t>
            </a:r>
          </a:p>
          <a:p>
            <a:r>
              <a:rPr lang="en-US" dirty="0" smtClean="0"/>
              <a:t>Multiple Keys for multiple conversations</a:t>
            </a:r>
            <a:endParaRPr lang="en-US" dirty="0"/>
          </a:p>
        </p:txBody>
      </p:sp>
      <p:pic>
        <p:nvPicPr>
          <p:cNvPr id="3074" name="Picture 2" descr="C:\Users\Siva\AppData\Local\Microsoft\Windows\INetCache\IE\PC68HJEQ\stick-figure-vector-clipart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371850"/>
            <a:ext cx="305851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Siva\AppData\Local\Microsoft\Windows\INetCache\IE\PC68HJEQ\stick-figure-vector-clipart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913" y="2419350"/>
            <a:ext cx="26762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Siva\AppData\Local\Microsoft\Windows\INetCache\IE\PC68HJEQ\stick-figure-vector-clipart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143250"/>
            <a:ext cx="26762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Siva\AppData\Local\Microsoft\Windows\INetCache\IE\PC68HJEQ\stick-figure-vector-clipart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913" y="4610100"/>
            <a:ext cx="26762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Siva\AppData\Local\Microsoft\Windows\INetCache\IE\PC68HJEQ\stick-figure-vector-clipart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90798"/>
            <a:ext cx="26762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71800" y="4157498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Alice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019800" y="2501384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Bob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019800" y="3225284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Charlie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019800" y="3989254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Daniel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978121" y="4692134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Emma</a:t>
            </a:r>
            <a:endParaRPr lang="en-US" dirty="0"/>
          </a:p>
        </p:txBody>
      </p:sp>
      <p:cxnSp>
        <p:nvCxnSpPr>
          <p:cNvPr id="18" name="Straight Connector 17"/>
          <p:cNvCxnSpPr>
            <a:stCxn id="3074" idx="3"/>
            <a:endCxn id="9" idx="1"/>
          </p:cNvCxnSpPr>
          <p:nvPr/>
        </p:nvCxnSpPr>
        <p:spPr>
          <a:xfrm flipV="1">
            <a:off x="3353851" y="2686050"/>
            <a:ext cx="2219062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74" idx="3"/>
            <a:endCxn id="10" idx="1"/>
          </p:cNvCxnSpPr>
          <p:nvPr/>
        </p:nvCxnSpPr>
        <p:spPr>
          <a:xfrm flipV="1">
            <a:off x="3353851" y="3409950"/>
            <a:ext cx="2208749" cy="266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3074" idx="3"/>
            <a:endCxn id="12" idx="1"/>
          </p:cNvCxnSpPr>
          <p:nvPr/>
        </p:nvCxnSpPr>
        <p:spPr>
          <a:xfrm>
            <a:off x="3353851" y="3676650"/>
            <a:ext cx="2208749" cy="480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3074" idx="3"/>
            <a:endCxn id="11" idx="1"/>
          </p:cNvCxnSpPr>
          <p:nvPr/>
        </p:nvCxnSpPr>
        <p:spPr>
          <a:xfrm>
            <a:off x="3353851" y="3676650"/>
            <a:ext cx="2219062" cy="1200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20052284">
            <a:off x="4112627" y="2928942"/>
            <a:ext cx="669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 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 rot="21248837">
            <a:off x="4389061" y="3214522"/>
            <a:ext cx="669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 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 rot="921439">
            <a:off x="4494370" y="3650198"/>
            <a:ext cx="669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 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 rot="921439">
            <a:off x="4484321" y="4157498"/>
            <a:ext cx="669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7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7" grpId="0"/>
      <p:bldP spid="25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Symmetric Key Ciphers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cryptanalysis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6981511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156400" y="2009160"/>
              <a:ext cx="6557040" cy="253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7040" y="1999800"/>
                <a:ext cx="6575760" cy="255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84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Ciphertext</a:t>
            </a:r>
            <a:r>
              <a:rPr lang="en-US" dirty="0" smtClean="0"/>
              <a:t>-Only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9072"/>
            <a:ext cx="740508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89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057399"/>
          </a:xfrm>
        </p:spPr>
        <p:txBody>
          <a:bodyPr/>
          <a:lstStyle/>
          <a:p>
            <a:r>
              <a:rPr lang="en-US" dirty="0" smtClean="0"/>
              <a:t>Brute force Attack</a:t>
            </a:r>
          </a:p>
          <a:p>
            <a:r>
              <a:rPr lang="en-US" dirty="0" smtClean="0"/>
              <a:t>Statistical Attack</a:t>
            </a:r>
          </a:p>
          <a:p>
            <a:r>
              <a:rPr lang="en-US" dirty="0" smtClean="0"/>
              <a:t>Pattern Attack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48615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hello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348615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GHPPK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057400" y="3670816"/>
            <a:ext cx="2438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181600" y="2495550"/>
            <a:ext cx="8382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14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38199"/>
          </a:xfrm>
        </p:spPr>
        <p:txBody>
          <a:bodyPr/>
          <a:lstStyle/>
          <a:p>
            <a:r>
              <a:rPr lang="en-US" dirty="0" smtClean="0"/>
              <a:t>Known Plaintext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14550"/>
            <a:ext cx="768828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01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Chosen Plaintext Attack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14550"/>
            <a:ext cx="7131926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850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Chosen </a:t>
            </a:r>
            <a:r>
              <a:rPr lang="en-US" dirty="0" err="1" smtClean="0"/>
              <a:t>Ciphertext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61755"/>
            <a:ext cx="716607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72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Substitution Ciphers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Mono alphabetic Ciphers</a:t>
            </a:r>
          </a:p>
          <a:p>
            <a:r>
              <a:rPr lang="en-US" dirty="0" smtClean="0"/>
              <a:t>Additive or Shift Ciphers</a:t>
            </a:r>
          </a:p>
          <a:p>
            <a:r>
              <a:rPr lang="en-US" dirty="0" smtClean="0"/>
              <a:t>Multiplicative Ciphers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714750"/>
            <a:ext cx="69532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922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Cryptanalysis on Traditional Ciphers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52550"/>
            <a:ext cx="8858250" cy="3345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364120" y="1627560"/>
              <a:ext cx="3791160" cy="3168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4760" y="1618200"/>
                <a:ext cx="3809880" cy="31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00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Cryptanalysis on Long </a:t>
            </a:r>
            <a:r>
              <a:rPr lang="en-US" dirty="0" err="1" smtClean="0"/>
              <a:t>Ciphertexts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33550"/>
            <a:ext cx="8653462" cy="2714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67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Attacks based on frequency of letters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04950"/>
            <a:ext cx="8370368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152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Digrams</a:t>
            </a:r>
            <a:r>
              <a:rPr lang="en-US" dirty="0" smtClean="0"/>
              <a:t> and Trigrams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1909763"/>
            <a:ext cx="902017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438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Poly Alphabetic Substitution Ciphers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33550"/>
            <a:ext cx="8486775" cy="2456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81200" y="462915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point to note: </a:t>
            </a:r>
            <a:r>
              <a:rPr lang="en-US" dirty="0" smtClean="0"/>
              <a:t>The frequency is not changed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81600" y="957600"/>
              <a:ext cx="8686800" cy="2485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240" y="948240"/>
                <a:ext cx="8705520" cy="250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03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 Alphabetic Substitution Cipher</a:t>
            </a:r>
            <a:endParaRPr lang="en-US" dirty="0"/>
          </a:p>
        </p:txBody>
      </p:sp>
      <p:pic>
        <p:nvPicPr>
          <p:cNvPr id="6146" name="Picture 2" descr="https://upload.wikimedia.org/wikipedia/commons/thumb/9/9a/Vigen%C3%A8re_square_shading.svg/320px-Vigen%C3%A8re_square_shading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428750"/>
            <a:ext cx="3048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20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Playfair</a:t>
            </a:r>
            <a:r>
              <a:rPr lang="en-US" dirty="0" smtClean="0"/>
              <a:t>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Divide the plain text into </a:t>
            </a:r>
            <a:r>
              <a:rPr lang="en-US" dirty="0" err="1" smtClean="0"/>
              <a:t>digrams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there are same letters in a pair, separate them using </a:t>
            </a:r>
            <a:r>
              <a:rPr lang="en-US" i="1" dirty="0" smtClean="0"/>
              <a:t>‘x’</a:t>
            </a:r>
          </a:p>
          <a:p>
            <a:r>
              <a:rPr lang="en-US" dirty="0"/>
              <a:t> If there are odd number of letters, add a </a:t>
            </a:r>
            <a:r>
              <a:rPr lang="en-US" dirty="0" smtClean="0"/>
              <a:t>bogus letter </a:t>
            </a:r>
            <a:r>
              <a:rPr lang="en-US" dirty="0"/>
              <a:t>to the </a:t>
            </a:r>
            <a:r>
              <a:rPr lang="en-US" dirty="0" smtClean="0"/>
              <a:t>end</a:t>
            </a:r>
          </a:p>
          <a:p>
            <a:endParaRPr lang="en-US" i="1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409950"/>
            <a:ext cx="2562225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99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two letters of the plaintext are in the same row of the key matrix, </a:t>
            </a:r>
            <a:r>
              <a:rPr lang="en-US" b="1" dirty="0" smtClean="0"/>
              <a:t>shift letters right</a:t>
            </a:r>
          </a:p>
          <a:p>
            <a:r>
              <a:rPr lang="en-US" dirty="0"/>
              <a:t>If two letters of the plaintext are in the same </a:t>
            </a:r>
            <a:r>
              <a:rPr lang="en-US" dirty="0" smtClean="0"/>
              <a:t>column </a:t>
            </a:r>
            <a:r>
              <a:rPr lang="en-US" dirty="0"/>
              <a:t>of the key matrix, shift letters </a:t>
            </a:r>
            <a:r>
              <a:rPr lang="en-US" dirty="0" smtClean="0"/>
              <a:t>down</a:t>
            </a:r>
          </a:p>
          <a:p>
            <a:r>
              <a:rPr lang="en-US" dirty="0"/>
              <a:t>If two letters of the plaintext are </a:t>
            </a:r>
            <a:r>
              <a:rPr lang="en-US" dirty="0" smtClean="0"/>
              <a:t>diagonal, pick the opposite corners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4585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368"/>
            <a:ext cx="527086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9600" y="25717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h e l </a:t>
            </a:r>
            <a:r>
              <a:rPr lang="en-US" dirty="0" err="1" smtClean="0"/>
              <a:t>l</a:t>
            </a:r>
            <a:r>
              <a:rPr lang="en-US" dirty="0" smtClean="0"/>
              <a:t> o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310515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 </a:t>
            </a:r>
            <a:r>
              <a:rPr lang="en-US" dirty="0" err="1" smtClean="0"/>
              <a:t>ll</a:t>
            </a:r>
            <a:r>
              <a:rPr lang="en-US" dirty="0" smtClean="0"/>
              <a:t> o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00400" y="310515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 lx lo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157000" y="1078200"/>
              <a:ext cx="884160" cy="2415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7640" y="1068840"/>
                <a:ext cx="902880" cy="2602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2743200" y="4400550"/>
            <a:ext cx="2590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EC QZ BX 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3402360" y="549000"/>
              <a:ext cx="482400" cy="17888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3000" y="539640"/>
                <a:ext cx="501120" cy="180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3194640" y="20160"/>
              <a:ext cx="2773080" cy="30006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85280" y="10800"/>
                <a:ext cx="2791800" cy="301932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3048000" y="3474482"/>
            <a:ext cx="595560" cy="926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7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Transposition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rail fence technique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724150"/>
            <a:ext cx="6129038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5337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Rotor Machines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23950"/>
            <a:ext cx="5105400" cy="365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411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259B77012B2848AE0F4DF2B5D4F296" ma:contentTypeVersion="2" ma:contentTypeDescription="Create a new document." ma:contentTypeScope="" ma:versionID="702001f6ffe92fc27853c39d6bb1f461">
  <xsd:schema xmlns:xsd="http://www.w3.org/2001/XMLSchema" xmlns:xs="http://www.w3.org/2001/XMLSchema" xmlns:p="http://schemas.microsoft.com/office/2006/metadata/properties" xmlns:ns2="7c358aa1-f4ff-467d-928d-abaea3b327e8" targetNamespace="http://schemas.microsoft.com/office/2006/metadata/properties" ma:root="true" ma:fieldsID="8428a033b6143380b25f6b4c31122d63" ns2:_="">
    <xsd:import namespace="7c358aa1-f4ff-467d-928d-abaea3b327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58aa1-f4ff-467d-928d-abaea3b327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65759B-E199-4511-B1E3-F15F81BBC1F4}"/>
</file>

<file path=customXml/itemProps2.xml><?xml version="1.0" encoding="utf-8"?>
<ds:datastoreItem xmlns:ds="http://schemas.openxmlformats.org/officeDocument/2006/customXml" ds:itemID="{5CFD6869-0407-49CB-859C-1C3C30769B23}"/>
</file>

<file path=customXml/itemProps3.xml><?xml version="1.0" encoding="utf-8"?>
<ds:datastoreItem xmlns:ds="http://schemas.openxmlformats.org/officeDocument/2006/customXml" ds:itemID="{38E4C91B-A6E1-425D-814A-7CA6CBB65ABF}"/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225</Words>
  <Application>Microsoft Office PowerPoint</Application>
  <PresentationFormat>On-screen Show (16:9)</PresentationFormat>
  <Paragraphs>56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Traditional Symmetric Key Ciphers</vt:lpstr>
      <vt:lpstr>Symmetric Keys</vt:lpstr>
      <vt:lpstr>How does it work?</vt:lpstr>
      <vt:lpstr>Any flaws?</vt:lpstr>
      <vt:lpstr>Traditional Symmetric Key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Substitution Ciphers</vt:lpstr>
      <vt:lpstr>Cryptanalysis on Traditional Ciphers</vt:lpstr>
      <vt:lpstr>Cryptanalysis on Long Ciphertexts</vt:lpstr>
      <vt:lpstr>Attacks based on frequency of letters</vt:lpstr>
      <vt:lpstr>Digrams and Trigrams</vt:lpstr>
      <vt:lpstr>Poly Alphabetic Substitution Ciphers</vt:lpstr>
      <vt:lpstr>Poly Alphabetic Substitution Cipher</vt:lpstr>
      <vt:lpstr>Playfair Cipher</vt:lpstr>
      <vt:lpstr>PowerPoint Presentation</vt:lpstr>
      <vt:lpstr>PowerPoint Presentation</vt:lpstr>
      <vt:lpstr>Transposition Techniques</vt:lpstr>
      <vt:lpstr>Rotor Machines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Traditional Symmetric Key Ciphers</dc:title>
  <dc:creator/>
  <cp:lastModifiedBy>Siva</cp:lastModifiedBy>
  <cp:revision>18</cp:revision>
  <dcterms:created xsi:type="dcterms:W3CDTF">2006-08-16T00:00:00Z</dcterms:created>
  <dcterms:modified xsi:type="dcterms:W3CDTF">2020-09-03T07:45:17Z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0x010100AB259B77012B2848AE0F4DF2B5D4F296</vt:lpwstr>
  </property>
</Properties>
</file>