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9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ink/ink2.xml" ContentType="application/inkml+xml"/>
  <Override PartName="/ppt/notesMasters/notesMaster1.xml" ContentType="application/vnd.openxmlformats-officedocument.presentationml.notesMaster+xml"/>
  <Override PartName="/ppt/ink/ink8.xml" ContentType="application/inkml+xml"/>
  <Override PartName="/ppt/ink/ink1.xml" ContentType="application/inkml+xml"/>
  <Override PartName="/ppt/ink/ink7.xml" ContentType="application/inkml+xml"/>
  <Override PartName="/ppt/ink/ink6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8" r:id="rId14"/>
    <p:sldId id="267" r:id="rId15"/>
    <p:sldId id="270" r:id="rId16"/>
    <p:sldId id="272" r:id="rId17"/>
    <p:sldId id="271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756" y="-9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48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9-11T08:47:59.5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19645 800,'19'0,"-19"-19,-37 19,37-18,-19 18,0 0,1 0,-1-19,-18 19,18 0,-18 0,19 0,-1-18,19 36,0 19,0-18,0 0,0-1,19-18,-19 19,0-1,18-18,1 19,-1 0,-18-1,38 1,-20-1,1-18,-1 19,20 0,-1-19,-18 0,-19 18,18-18,-18 19,19-19,-1 0,-18 18,19-18,0 19,-1 0,1-1,-1 1,1-1,0 1,-1 0,-18 18,19-37,-1 18,-18 20,19-38,-19 18,0 1,0-1,19 1,-19 0,0-1,0 1,0-1,-19 1,-18-19,18 19,1-19,-1 0,0 0,1 0,-19 0,18 0,-18 0,18 0,1 0,-1 0,-18-19,18 0,0 19,1-18,-1 18,19-19,-18 1,18-1,-19 19,0-19,19 1,0-1,0 1,0-1,0 0,0 1,0-1,0 1,0-1,19 0,0-18,-1 37,1-18,-1-20,1 38,0-18,-19-1,18 1,1-1,-19 0,19 19,-19-18,0-1,18 19,-18-18,0-1,0 0,0 1,0-1,0 1</inkml:trace>
  <inkml:trace contextRef="#ctx0" brushRef="#br0" timeOffset="1137.9326">20110 521,'0'19,"0"18,0-19,0 1,19 18,-19-18,19-1,-1 20,-18-1,19-37,-19 18,0 1,18-19,1 19,-19-1,19 1,-19-1,18 1,1 0,-1-1,-18 1,19-19,-19 18,37-18,-18 0,-1 19,20-19,-20 0,1 0,-1 0,20 0,-20-19,1 1,-1-1,-18 1,-18 18,18-19,-19 0</inkml:trace>
  <inkml:trace contextRef="#ctx0" brushRef="#br0" timeOffset="1931.6142">20073 781,'19'0,"-1"0,38 0,0 0,0 0,0 0,-19-18,0-1,-18 19,-1 0,-18-18</inkml:trace>
  <inkml:trace contextRef="#ctx0" brushRef="#br0" timeOffset="3303.3586">20575 465,'0'19,"19"-1,0 1,-19 18,0-18,18-1,1 20,-19-20,0 1,0-1,0 1,0 0,0-1,0 1,19 18,-19-18,0-1,0 1,0 18,0-18,0-1,0 1,0-1,0 1,18-19,1-19,-19 1,18-19,1 18,18-18,-18 18,-1 1,1-1,0 19,-1-19,1 1,-1 18,-18-37,38 37,-1 0,-37-19,18 19,1 0,0 0,-19 19,18-1,-18 1,19 18,-1 0,-18 0,19 1,0-20,-19 1,18 18,1-18,-19 18,18 0,-18 0,19-18,-19-1,0-36,-19-19,1 37</inkml:trace>
  <inkml:trace contextRef="#ctx0" brushRef="#br0" timeOffset="4828.8776">21915 595,'-19'0,"57"19,-20 18,1-18,18 18,-18 0,-19 0,18-18,-18 18,19 0,-19-18,0 0,0 18,0-19,0 1,0 0,0 18,0-19,0 1,0 0,18-38,1-18,-19 18,37 1,-18-1,18 0,-18 1,-1-1,19 19,-18-18,0 18,18 0,-19 0,1 37,37-19,-38 1,1 18,18-18,-37-1,37 1,-37 0,0-1,0 1,-18-1,-1-18,1 19,-1-19,0 19,-18-1,19-18,-20 0,20 0,-1 0,1 0,-1 0,0 0,1 0,-1-18,19-1,-18 19,-1-19,0 19,19-18,0-1</inkml:trace>
  <inkml:trace contextRef="#ctx0" brushRef="#br0" timeOffset="5604.9706">22622 930,'0'37,"18"-18,-18 0,19-1,-19 1,0-1,0 1,0 0,19-19,-19 37,0-19,0 1,18-19,-36-19,-1 1,-18-19,37 18,0 0</inkml:trace>
  <inkml:trace contextRef="#ctx0" brushRef="#br0" timeOffset="6686.0989">22492 577,'0'18,"0"1,0 0,0-1,0 1,0-1,0 1,0 0,0-1,18 19,1-37,-19 19,18 0,1-1,0 1,-19-1,18-18,1 0,-19 19,18-19,1 0,0 0,-1 0,19-19,-18-18,0 19,-1-1,-18-18,19 18,-19 1,0-1,0 0,0-18,-19 19,1-1,-1 0,0 19,1 0,18-18,-19 18,1 0,-1 0,0 0,1 0,-1 18,-18 1,0 0,18-1,-18 1,18-19,-18 18,37 1,-18-19,18 19</inkml:trace>
  <inkml:trace contextRef="#ctx0" brushRef="#br0" timeOffset="7797.5654">22882 428,'19'0,"-19"18,19 1,-19 18,0-18,18 0,-18-1,0 19,19-18,-19 0,0-1,0 1,0-1,0 20,0-20,0 1,18 18,-18-18,19-1,-19 19,0-18,0 0,0 18,-19-19,19 1,0 0,0-1,0 1,0-1,19 1,18 0,-18-19,-1 18,1-18,0 0,-1 0,19 0,19 0,-19 19,-18-19,0 0,36 0,-36 0,-19-19,-37-18,18 18,1-18,18 19</inkml:trace>
  <inkml:trace contextRef="#ctx0" brushRef="#br0" timeOffset="8725.2626">22975 763,'19'0,"0"-19,-1 19,1 0,-1 0,1 0,18 0,-18 0,-1 0,1 0,37-18,0 18,-38-19,1 19,18-19,-18 19,-1-18,1 18,-1 0,-18-19,-18 1,-1 18,1 0</inkml:trace>
  <inkml:trace contextRef="#ctx0" brushRef="#br0" timeOffset="46937.6127">19348 2084,'-38'18,"1"1,19 18,-20-18,20-1,-19 19,18-18,0 18,-18-18,19 18,-20-18,38-1,-18 19,18-18,-19 0,19-1,0 1,0-1,0 1,0 0,19-19,-1 18,1-18,0 0,-1 0,1 0,-1 0,1 0,18 0,-18 0,-19-18,0-1,0 0,0 1,-19 18,1-19,18 1,-19 18,0 0,1 0,-1 0,1 0,18-19,0 0</inkml:trace>
  <inkml:trace contextRef="#ctx0" brushRef="#br0" timeOffset="48397.7466">19385 2158,'0'37,"0"-18,18 18,-18-18,0-1,0 1,-18-1,18 1,0 0,0-1,-19-18,19 19,-18-19,18 18,0 1,0 0,0-1,0 1,0-1,18 1,19 0,-18 18,18-37,0 37,-18-37,0 0,-1 0,1 0,-1 0,-18-19,0 1,0-1,0 1,0-1,0 0,0 1,0-1,-18 1,18-1,18 19,-18 19,0 18,0-19,19 20,0-20,-19 19,18-18,-18 0,0 18,19-18,-19-1,19 19,-19-18,0 0,0-1,0 1,0-1,0 1</inkml:trace>
  <inkml:trace contextRef="#ctx0" brushRef="#br0" timeOffset="49364.6198">19943 2511,'19'0,"-1"0,19 0,-18 0,18 0,0 0,-18 0,0 0,18 0,-19 0,1 0,0 0,-19-18,18-1</inkml:trace>
  <inkml:trace contextRef="#ctx0" brushRef="#br0" timeOffset="50988.6176">20780 2251,'0'-19,"-18"19,-1 0,0 0,1 0,-1 0,1 0,-20 0,20 0,-1 0,-18 19,18-19,1 0,-20 19,38-1,-18-18,-1 0,19 19,19 18,-1-18,20 18,-20-37,1 37,18-18,-18-1,-1-18,1 19,0-1,-1-18,1 0,-1 19,20-19,-20 0,1 0,-1 0,-18 19,0-1,-18-18,-1 0,1 19,-1-19,0 0,1 0,-1 0,1 0,-20 0,20 0,-1 0,0 0,19-19,-18 19,18-18,0-1,18 0,1-18,18 0,-18 0,0 0,18 18,-37 0,18 19,1-18</inkml:trace>
  <inkml:trace contextRef="#ctx0" brushRef="#br0" timeOffset="51723.0473">21134 2307,'18'0,"19"0,1 0,17 0,38 0,19-37,0-1,-38 20,-18-1,-19 1,-74 18,18 0,1 0,-1 0</inkml:trace>
  <inkml:trace contextRef="#ctx0" brushRef="#br0" timeOffset="52566.6206">21245 2567,'19'0,"18"0,-18 0,-1 0,19 0,1-37,-1 37,-19-19,20 1,-20 18,19-19,-18 19,-19-18,19 18,-1 0,1 0,18 0,0 0,-18 0,0-19,18 0,-19 19</inkml:trace>
  <inkml:trace contextRef="#ctx0" brushRef="#br0" timeOffset="53843.7893">22268 2028,'-18'37,"18"-18,0-1,0 19,0-18,0 0,0-1,18-18,20 0,-20 0,38 0,-19 0,-18 0,-1 0,20 0,-20 0,1 0,-1 0,1 0,0 19,-19-1,0 1,-19 0,0-1,1 1,-19-1,18 20,0-20,-36 19,36-18,0 0,-18-19,37 18,-18-18,18-18</inkml:trace>
  <inkml:trace contextRef="#ctx0" brushRef="#br0" timeOffset="54612.4427">22250 2102,'18'0,"1"0,0 0,36-37,-17 18,-20-18,38 19,-37-1,-1 0,1 19,-1-18</inkml:trace>
  <inkml:trace contextRef="#ctx0" brushRef="#br0" timeOffset="56011.6412">22920 1842,'-19'0,"0"18,1 1,-1 0,1-1,-20 1,38-1,-18 1,-20 18,20-18,18-1,-19 1,19 0,-18-19,18 37,-38-19,38 1,0 18,-18-37,18 19,-19-19,19 18,0 1,0 0,0 18,0-19,19 1,-1 18,1-18,0-1,-1 1,-18 0,19-19,-19 18,18-18,1 0,0 0,-1 0,1 0,18 0,-18 0,-19-18,0-1,0 0,-19 1,19-1,0 1,-18 18,18-19,-19 19,19-19,-19 19,19-18,-18 18,18-19,-19 19,19-18,-19 18,1 0</inkml:trace>
  <inkml:trace contextRef="#ctx0" brushRef="#br0" timeOffset="57490.2613">23329 1823,'18'37,"-18"-18,38 18,-38 0,18 1,1-20,-1 19,-18-18,0 0,0-1,0 1,0-1,19-18,18-37,-18 19,18 18,-18-19,-1 19,1 0,18-19,-18 19,-1 0,19 0,-18 0,0 0,-1 0,19 38,-37-20,19 1,-19-1,0 1,-19-19,1 19,-19-1,18-18,-18 19,18-19,1 18,-1-18,0 0,1 0,-1 0,1 0,18-18</inkml:trace>
  <inkml:trace contextRef="#ctx0" brushRef="#br0" timeOffset="58411.6559">24017 1991,'0'-19,"0"38,19-1,-19 38,0-19,18 0,-18-18,19 18,-19-18,-19-56,1-1</inkml:trace>
  <inkml:trace contextRef="#ctx0" brushRef="#br0" timeOffset="59505.5087">23887 1693,'-19'0,"19"37,0-18,0 18,0-18,0-1,19 1,-19-1,19-18,-19 19,18-19,-18 19,19-1,-1-18,-18 19,38-19,-20 0,-18 18,19-18,-1 0,1-18,0-1,-19 1,18-20,-18 20,0-1,0 1,0-1,0 0,0 1,-18 18,18-19,-19 19,0 0,1 0,-1 0,1 0,-20 0,20 19,-1-19,1 0,18 18,0 1,-19-19,0 0</inkml:trace>
  <inkml:trace contextRef="#ctx0" brushRef="#br0" timeOffset="60667.6735">24315 1637,'0'-18,"0"36,18 19,-18-18,19 0,0 18,-19-19,0 1,0 18,0-18,0-1,0 1,0 0,0 18,0-19,0 1,0 18,-19-18,19-1,0 1,0 0,19-19,-19 18,18-18,1 0,18 0,-18 0,-1 0,-18-37,0 18,0 1</inkml:trace>
  <inkml:trace contextRef="#ctx0" brushRef="#br0" timeOffset="61374.5985">24371 1898,'55'0,"1"0,-37 0,18-19,-37 0,19 19,-1 0,-18-18,-18 18</inkml:trace>
  <inkml:trace contextRef="#ctx0" brushRef="#br0" timeOffset="62822.5938">24612 2102,'0'-18,"38"-1,-20 0,19-18,-18 19,0-20,-1 20,-18-1,19-18,-19 18,0 1,0-1,18 38,-18-1,19-18,0 19,-1 18,20-18,-38-1,18 1,19 0,-18-1,0-18,-1 19,1-19,-19 18,18-18,-18 19,0 0,0-1,0 1,0-1,0 1,0 0,-18-19,-1 37,1-19,-1-18,-18 19,18-19,1 19,-20-1,20-18</inkml:trace>
  <inkml:trace contextRef="#ctx0" brushRef="#br0" timeOffset="64219.1799">20780 2902,'0'19,"0"-1,19 20,-19-20,18 19,1-18,0 18,-19-18,0 18,18-18,1-1,-19 38,37 0,-18 18,-1 1,1-57,18 19,-37 1,19-1,-19-19,18 1,-18 18,19-18,-1-1,-18 20,0-20,19 1,-19 0,-19-57,-18-18,19 19,-20 0</inkml:trace>
  <inkml:trace contextRef="#ctx0" brushRef="#br0" timeOffset="65080.6126">20743 2809,'0'19,"0"-1,0 1,0 0,0-1,-19-18,19 19,0-1,0 1,0 0,-18-1,-1 19,19-18,0 0,0 18,0-19,0 1,0 18,0-18,0-1,0 1,0 0,0-1,0-55,0 18</inkml:trace>
  <inkml:trace contextRef="#ctx0" brushRef="#br0" timeOffset="66188.9314">20780 2828,'19'18,"-1"1,20 0,-20-1,19 1,19-19,0 18,0 1,18-19,-37 19,1-19,-20 0,1 0</inkml:trace>
  <inkml:trace contextRef="#ctx0" brushRef="#br0" timeOffset="67323.626">21413 3795,'0'19,"18"18,1-18,-1 18,20 0,-1 56,-37-19,18 1,20-1,-38-37,18 1,-18-20,0 19,19 1,-1-20,-18 1,0 18,0-18,0-1,0-36,-37-1,37-18,-18 0,-1-1</inkml:trace>
  <inkml:trace contextRef="#ctx0" brushRef="#br0" timeOffset="68430.4216">21450 3851,'0'-19,"18"1,20-1,-20 19,1-18,18 18,-18 0,-1 0,1 0,-1 0,1 0,0 0,18 0,-37 18,19-18,-19 19,0-1,-19 1,0 0,1-1,-1 19,0-18,19 18,-18-18,18-1,-19-18,1 0,-1 0,19-18</inkml:trace>
  <inkml:trace contextRef="#ctx0" brushRef="#br0" timeOffset="69848.5417">21989 3609,'0'19,"0"-1,0 1,0-1,-18 20,18-20,0 1,0 0,0 18,0-19,0 1,0 0,0-1,0 1,18-19,-18 18,19-18,0 0,18 0,-19-18,1 18,18-19,-18 1,18-1,-37 0,19 1,-19-1,18 1,-18-1,0 0,19 1,-1-1,-18 0,19 1,-19-1,0 1,0-1,-19 19,19-19,-18 19,-1 0,1 0,-1 0,-18 0,18 19,1-19,-20 19,20-1,-19-18,18 19,0-1,-18-18,19 0,-1 38,0-20,1-18,36-18</inkml:trace>
  <inkml:trace contextRef="#ctx0" brushRef="#br0" timeOffset="70763.7993">22306 3553,'0'19,"18"18,1-37,-19 19,18-1,-18 1,19-1,0 20,-1-20,-18 1,19-19,-19 19,18-1,1 1,0-19,18 0,0 37,-18-37,18 0,-19 0,-18-19,0 1,-37-19,37-1,0 20,0-1</inkml:trace>
  <inkml:trace contextRef="#ctx0" brushRef="#br0" timeOffset="72882.0673">22901 3758,'0'-19,"0"1,0-20,0 1,0 19,0-20,0 20,0-1,0 1,-19 18,1-19,-19 0,18 19,-18 0,18 0,0 0,19 19,19 0,0-1,-1 1,20-19,-20 0,1 18,18-18,-18 0,-1 0,19-18,-18 18,0-19,-19 1,18 18,1-19,18 0,-18 1,-1 18,1-19,-1 19,1-18,0-1,-1 19,-18-19,0 38,19 0,-19-1,0 19,18-18,-18 0,0 18,19-37,-19 37,0-18,0-1,0 1,0-1,-19-36,1 18</inkml:trace>
  <inkml:trace contextRef="#ctx0" brushRef="#br0" timeOffset="73709.1146">23459 3423,'19'37,"-1"0,-18 1,0-20,0 19,19-18,-19 0,0-1,0 19,0-18,-19-19,-18-19,18-18,-18 37,37-18</inkml:trace>
  <inkml:trace contextRef="#ctx0" brushRef="#br0" timeOffset="74867.7487">23292 3088,'18'37,"1"-18,-1 0,1 18,0-19,-1 1,1-19,-19 19,18-19,-18 18,19-18,-19-18,0-1,0 0,0 1,0-1,0 1,0-1,0 0,0 1,-19-1,1 19,-1 0,1 0,-1 0,0 0,-18 0,19 0,-1 0,0 0,1 0,-1 0</inkml:trace>
  <inkml:trace contextRef="#ctx0" brushRef="#br0" timeOffset="76141.225">23719 2995,'0'19,"0"-1,0 1,0 18,0 0,0-18,0 0,0 18,0-19,19 1,-19 18,0 0,19-37,-19 19,0 0,0-1,0 1,0-1,0 1,0 0,18-19,1 18,-1-18,-18 19,38-19,-20 0,1 0,0 0,-1 18,1-18,-1 0,-18-18,0-1</inkml:trace>
  <inkml:trace contextRef="#ctx0" brushRef="#br0" timeOffset="76804.5741">23664 3311,'37'0,"-19"0,1 0,18 0,-18 0,-1 0,20 0,-20 0,1-18,18-1,0 1,-18 18,-19-19</inkml:trace>
  <inkml:trace contextRef="#ctx0" brushRef="#br0" timeOffset="78137.5311">24110 3237,'19'0,"-1"37,20-18,-20-1,1 20,18-20,-18 1,18-1,-19 1,1 0,0-19,18-19,-37 0,37 1,-18-19,-1 18,19-18,-18 18,18 1,-37-1,0 0,0 1,0 36,-37 20,18 17,1 20,-19-19,18-19,19 0,0-18,0-1,-19 19,19-18,-18-19,18 19,-19-1,1 1,-1-19,0 37,1-18,-1 18,1-18,-1-1,-18 19,18 1,-18-38,18 37,-18-19,19 1,-1-19,19 19,0-1,-19-18,1 19,18-1,-19-18,1 0,18 19,-19-19</inkml:trace>
  <inkml:trace contextRef="#ctx0" brushRef="#br0" timeOffset="210834.3158">19608 5748,'19'19,"-1"18,-18-18,19 18,-19-18,0-1,19 20,-19-1,0 19,18-19,-18-19,0 1,0 18,0-18,0-1,0 1,0 0,0-1,0 19,0-18,0 0,0-1,0-36</inkml:trace>
  <inkml:trace contextRef="#ctx0" brushRef="#br0" timeOffset="212342.3483">19999 5823,'0'19,"0"-1,0 1,0-1,0 1,0 0,0-1,0 1,0 18,-19 0,19-18,0 18,0-18,0-1,0 19,0-18,0 18,0-18,0-1,19 20,-1-38,-18 18,19-18,0 0,-1 0,1 0,18-18,-18-1,18-18,-19 18,20-18,-20 18,1-18,-1 19,1-1,-19-18,0 18,0 1,19-20,-1 20,-18-1,0 1,0-1,0 0,0 1,-18 18,18-19,-38 19,20-18,-1 18,1-19,-1 19,0 0,1 0,-1 0,1 0,18-19,-38 19,20 0,-1 0,1 0,-1 0</inkml:trace>
  <inkml:trace contextRef="#ctx0" brushRef="#br0" timeOffset="213119.8668">20613 5748,'18'0,"20"19,-38 37,37-37,-37-1,0 38,18-19,1 0,0 38,-19-38,0 0,0-18,18-1,-18 20,19-20,-19 1,0-1,0-55</inkml:trace>
  <inkml:trace contextRef="#ctx0" brushRef="#br0" timeOffset="213972.7843">20985 5655,'18'0,"1"0,-19 19,19-19,-1 37,-18-18,19-1,-1 20,20-20,-20 20,-18 17,19-17,-1-1,-18-19,19 20,0-20,-1 38,1 37,18-56,-37-18,-19-38,19 1,-18 18,-1-19,19 0</inkml:trace>
  <inkml:trace contextRef="#ctx0" brushRef="#br0" timeOffset="214962.4438">21617 5618,'0'19,"0"-1,0 1,0 18,19 0,-1 19,1 0,0 19,-1-20,1 1,-19-19,0-18,0 0,0 18,0-19</inkml:trace>
  <inkml:trace contextRef="#ctx0" brushRef="#br0" timeOffset="216741.9633">22157 5693,'-19'0,"1"37,18-19,0 1,0 18,0-18,0 18,0-18,18-1,1 20,-19-20,0 1,18 18,1-18,-19-1,19 1,-1-1,1-18,18 19,-18-19,-1 0,1 0,18 0,-18-19,18 19,0-37,-18 37,18-18,-37-1,18 19,-18-19,0 1,0-1,-18 1,18-1,-19-18,19 18,-18 1,18-1,0 0,-19 1,19-1,-19 0,1 19,18-18,-19-1,1 1,18-1,-19 0,0 1,1 18,18-19,-19 19,1-18,-1 18,0 0,1 0,-1 0,19 18,-18-18,18 19,-19-1,19 1,0 0,0-1,0 1,0 18,19-37,-19 19</inkml:trace>
  <inkml:trace contextRef="#ctx0" brushRef="#br0" timeOffset="226488.3388">22045 7348,'0'19,"0"0,0 18,0-19,0 1,0 0,0-1,0 1,0-1,0 1,0 0,0-1,0 1,19-19,-19 18,0 1,0 0,0-1,18-18,-18 19,19 18,0-37,-1 37,1-18,18 18,-37-18,37-1,-18-18,18 19,-37-1,19-18,-1 0,1 0,-1 0,1-18,0 18,-1-19,1-18,-1 18,-18-18,19 19,0-1,-19-18,0 18,0-18,0 18,-19-18,19 0,-19 37,19-19,0 1,-18 18,18-19,0 1,-19-1,1 0,-1 19,19-18,-19 18,1 0,-1-19,1 19,-1 0,0 0,1 0,18-18,-19 18,1 0,-1 0,0 0,-18 0,19 0,-1 0,0 0,-18 0,19 0,-1 0,0 18,1-18,-1 0,19-18,-18-1,18-18</inkml:trace>
  <inkml:trace contextRef="#ctx0" brushRef="#br0" timeOffset="228091.2148">21673 7386,'19'55,"18"-17,0 17,-18 1,18 0,-37-19,19-18,-1 18,1-18,-19-1,0 19,0-18,0 18,0-55,-19-20,-18 20,18-19,-18-1</inkml:trace>
  <inkml:trace contextRef="#ctx0" brushRef="#br0" timeOffset="229653.9084">21394 7497,'0'19,"0"-1,0 1,19 18,-1-18,1 18,18 0,-37 19,19 0,-1 0,-18-38,19 19,-19 1,0-20,0 1,0 0,-19-57,-18 20,18-20,1 20</inkml:trace>
  <inkml:trace contextRef="#ctx0" brushRef="#br0" timeOffset="231130.6011">21096 7516,'0'37,"0"19,0 0,0 37,19 0,-19-56,0 0,0 19,0-37,0-1,0 1,0-1,-19-18</inkml:trace>
  <inkml:trace contextRef="#ctx0" brushRef="#br0" timeOffset="232875.5533">20650 7609,'0'18,"0"1,0 0,0-1,0 1,0-1,0 1,0 0,0-1,0 1,0-1,0 1,0 0,0-1,0 1,0-1,0 1,0 18,0-18,0 0,0-1,19-18,-19 19,18-19,19-19,-18 19,0-37,18 37,-19-37,1 37,0-19,-19 0,0 1,18-1,-18 1,0-1,0 0,0 1,0-19,0 18,0 0,0 1,0-1,0 1,-18 18,18-19,0 0,-19 19,0 0,1 0,-1 0,1 0,-1 0,0 0</inkml:trace>
  <inkml:trace contextRef="#ctx0" brushRef="#br0" timeOffset="245196.1883">22678 7162,'0'19,"0"18,18-18,-18-1,0 1,0 0,19 18,-19-19,0 1,18 0,-18 18,0-19,0 1,0 18,0-18,0-1,0 1,0 18,19-18,-19-1,0 20,0-20,0 1,0-1,0 20,0-20,-19-18</inkml:trace>
  <inkml:trace contextRef="#ctx0" brushRef="#br0" timeOffset="301093.0487">19571 6139,'-19'0,"1"0,-1 0,0 0,1-18,-1-1,1 19,-20-19,38 1,-18-1,-19 1,18-1,19 0,-19 19,1-18,-1 18,1-37,-20 18,20 0,-19-18,18 19,0-1,1 0,-1 1,19-1,-18 0,18 1,-19 18,19-37,-19 37,19-19,0 0,-18 1,18-19,0 18,0 0,0 1,0-1,0 1,0-1,0-18,0 18,18 1,1-20,-19 20,19-19,18 37,-19-38,1 20,18-19,-18 18,18 0,-18 1,-1-19,19 18,-18 0,18-18,-18 19,18-1,-18 0,-1-18,19 37,19-37,0 18,37-18,-37 19,56-20,-19 1,18 0,1 0,-1-1,20 1,-38 0,37 0,-18 0,-1 18,-18 0,19 19,-38 0,1 0,-20 0,1 0,19 0,-1 0,-18 0,0 0,-1 0,-17 0,18 0,-1 0,-17 0,17 0,-17 0,-1 19,37 0,1-1,-20 1,1-1,0 1,0 0,0-1,-19 1,0-1,-18 1,18 0,-19-19,1 18,0 1,-1-1,1-18,-19 19,0 0,0 18,0-18,0-1,0 19,0-18,0 0,0-1,0 1,0-1,0 1,-19 0,19-1,0 1,-18-1,18 1,0 0,0-1,0 19,0-18,0 0,0-1</inkml:trace>
  <inkml:trace contextRef="#ctx0" brushRef="#br0" timeOffset="301959.2024">22380 5209,'19'0,"-1"0,-18 19,19-1,-1 19,-18-18,19 18,0-18,-19-1,18 1,1 0,-19-1,0 1,18-19,-18 18,19 1,0-19,-1 0,1-19,-1-18,38 19,-37-20,18 20,-18-1,-1-18,20 18,-38-18,37 19,-19-1,-18 0,0 1</inkml:trace>
  <inkml:trace contextRef="#ctx0" brushRef="#br0" timeOffset="303192.2073">22213 5525,'-19'0,"19"-18,-19-1,19 0,-18-18,18 19,0-1,-19 0,19 1,0-1,-18 1,-1 18,19-19,-19 0,19 1,-18 18,18-19,-19 19,1 0,18-37,-38 37,38-19,-18 19,-1-37,1 37,-1-18,0 18,19-19,-18 19,18 19,0-1,-19 1,19-1,-18 20,18-20,-19 1,0 18,1-37,18 19,0-1,-19 1,1-19,18 18,-19 1,19 0,0-1,0 1</inkml:trace>
  <inkml:trace contextRef="#ctx0" brushRef="#br0" timeOffset="304734.5413">21580 5376,'-19'0,"1"-18,18-1,0 1,-19 18,19-19,-18-18,-1 18,0-18,1 18,-1 1,19-1,-18 19,-1 0,0 0,-18 0,37 19,-18-19,-1 18,-18 1,18 18,1-18,-20 18,1-18,19-1,-20 19,20-18,-19 18,37-18,-19-1,0 1,19 18,0-18,-18-1,18 1,-19 18,1-37,18 19,0 18,-19-37</inkml:trace>
  <inkml:trace contextRef="#ctx0" brushRef="#br0" timeOffset="305787.2799">21003 5507,'-18'0,"18"-19,-37 0,37-18,-19 19,0-1,19 0,-37 1,19-19,-1 18,-18 0,37 1,-19-1,19 1,-18 18,-1 0,0 18,1 1,-19 18,18 0,-18 0,37-18,-38 18,20-18,18-1,-19-18,19 19</inkml:trace>
  <inkml:trace contextRef="#ctx0" brushRef="#br0" timeOffset="307031.383">20259 5711,'0'-18,"0"-20,0 20,0-1,0 1,0-20,0 20,0-1,0-18,0 18,0 1,0-1,0-18,-18 37,18-19,-19 1,-18-1,37 1,-19 18,1 0,-1 0,0 0,1 0,-1 0,1 0,-1 0,0 0,1 0,-1 0,1 0,-20 0,20 0,-1 0,1 18,-1-18,0 19,-18-1,19 20,-20-20,38 1,-18-19,-1 18,1 1,-1-19,0 37,1 0,18-18,0 0,0-1,0 1,18-19</inkml:trace>
  <inkml:trace contextRef="#ctx0" brushRef="#br0" timeOffset="310491.1948">19571 6530,'18'0,"1"0,18-19,1 1,-1-1,0-18,-18 18,18 19,-37-18,-19 18,1 0,-1 18,0 1,-18-1,19 1,-1-19,0 19,19-1,0 1,38-19,-20 0,1 0,-38 18,-37 1,38 0,-1-1,-18 1,18-19,1 0,-1 18,38-18,-1 0,1 0,37-18,-38-1,1 1,18 18,-37-19,-18 19,-1 0,-18 0,18 19,0-1,-18-18,37 19,19-1,-1-18,20 0,-20 0,1 0,18 0,-18 0,-1 0,-18-18,-18 18,-19 0,18 0,38 0,18 0,0 0,0 0,-18-19,-1 1,-36-1,-1 19,-37 0,38 0,-1 19,1-19,-1 0,0 18,38-18,0 0,18 0,-19 0,20 0,-20 0,1 0,-1-18,1 18,-19-19,0 0,0 1,-19-1,-18 19,19 0,-1 0,0 0,1 0,-1 0,38 0,-38 19,1-19,18 18,0 1,18-19,1 0,-1 0,-36 0,-1 19</inkml:trace>
  <inkml:trace contextRef="#ctx0" brushRef="#br0" timeOffset="320785.9966">20929 8409,'37'-19,"56"19,19 0,37-56,-19 38,19-1,-19-18,-18 18,-19 19,0-18,-19-1,-18 19,-38-18,20-1,-20 19,1 0,18 0,-18 0,-1 0,19 0,-18 0,0 0,-1-19,19 19,-18 0,0 0,-1 0,1 0</inkml:trace>
  <inkml:trace contextRef="#ctx0" brushRef="#br0" timeOffset="355258.3522">19999 9339,'-19'0,"19"19,0 18,-18-19,18 1,0 0,0-1,0 1,0-1,37-18,19 0,-1 0,20 0,-19 0,-1 0,-17 0,17 0,-36 0,0 0,-1 0,-18 19,19-19,-19 19,18-1,-18 19,0-18,19 0,0 18,-19-19,0 20,18-20,-18 19,0-18,0 0,0-1,-18 1,-1-1,0-18,-18 19,19 0,-20-19,20 18,-1-18,1 0,-20 19,20-19,-1 0,-18 0,18 0,1 0,-1 0,1 0,-1-19,19 1</inkml:trace>
  <inkml:trace contextRef="#ctx0" brushRef="#br0" timeOffset="356062.9236">19980 9488,'19'-19,"-1"19,1-18,18 18,-18 0,18-19,-18 19,-1 0,19-19,19 19,19 0,-20-18,1-1,-19 19,1-18,-20 18,19-19</inkml:trace>
  <inkml:trace contextRef="#ctx0" brushRef="#br0" timeOffset="357600.0343">20799 9246,'-19'37,"19"-18,0-1,0 20,0-1,0-19,0 1,0 18,0-18,0-1,0 1,0 18,0-18,0-1,0 1,0 0,0-1,19 1,-1 18,1-37,-19 19,37-1,-18 1,18-1,-18 1,-1-19,19 0,-18 0,-19 19,19-19,-1 0,1 0,-1 0,1-19,0 0,-19 1,0-1,18 1,-18-1,0-18,0 18,0 1,0-1,0-18,0 18,0 1,-18 18,18-19,-19 19,19-19,-19 19,1 0,-1 0,1 0,-1 0,0 0,1 0,-1 0,-18 0,18 0,1 0,-1 0,1 0,18 19,18-19,1-19</inkml:trace>
  <inkml:trace contextRef="#ctx0" brushRef="#br0" timeOffset="379046.0381">21413 9413,'37'-18,"37"-19,19-1,19 1,-56 19,0-20,-38 20,-18-1,19 1,-1-20</inkml:trace>
  <inkml:trace contextRef="#ctx0" brushRef="#br0" timeOffset="380709.9605">22324 8892,'0'-18,"-18"18,-1 0,0 0,1 0,-1 0,1 0,-20 0,20 0,-1 18,-18-18,37 19,-19 0,1-1,18 1,-19-1,19 1,0 0,0-1,0 1,0 0,0 18,19-37,-1 37,-18-18,38-1,-20 1,19-1,-18 20,18-20,38 1,-57 18,1-37,18 0,-18 0,-19 19,18-19,-18 18,19 1,-19-1,0 1,0 0,0-1,-19-18,1 0,-1 0,-18 0,18 0,1 0,-20 0,20 0,-1 0,1 0,-20 0,20-18,-1 18,1-19,-1 0,19 1,0-1,0-18,0 18,0-18,0 19,0-1,19-18,-19 18,0 1,18-1,-18 0,19 1,-1-1,1 19,-19-18,19 18,-1 0,1 0,-19-19,18 0,1 19</inkml:trace>
  <inkml:trace contextRef="#ctx0" brushRef="#br0" timeOffset="381611.8784">23068 9023,'19'-19,"0"19,-1 0,19-19,-18 1,0-1,18 19,-19 0,1 0,0-18,-1 18</inkml:trace>
  <inkml:trace contextRef="#ctx0" brushRef="#br0" timeOffset="382258.0885">23124 9302,'37'0,"1"0,-1 0,37 0,38 0,-19-19,-56 1,0-1,-18 0,-1 19,-18-18</inkml:trace>
  <inkml:trace contextRef="#ctx0" brushRef="#br0" timeOffset="383497.9293">24017 8520,'0'56,"0"-19,0 38,0-19,-18-19,-1 0,19-18,-19-1,1 1,18-1,-19 1,1-19,-1 37,0-18,19-1,19 1,0-19,36 0,1 0,37-19,-74-18,18 19,-18 18,-19-19,18 0,-18 1,0-1,19 1,-1-20,-18 20,19-1,0 1,-19-20,0 20,0-1,0 1,0 55,0 19,0 18,0 38,0-38,0-37,0-18,0 0,18 18,-18-19,0 1,0 0,0 18,0-19,19-55,18 0,0 0</inkml:trace>
  <inkml:trace contextRef="#ctx0" brushRef="#br0" timeOffset="385698.8066">24892 8502,'-19'0,"0"0,1 0,-1 0,-18-19,18 19,1 0,-20 0,20 19,-1-1,1-18,-1 0,19 19,-19-19,1 19,18-1,-19 1,19-1,0 1,0 0,0-1,0 1,0-1,0 1,0 0,0-1,19 1,-19-1,18 1,1-19,0 19,-1-19,1 0,-1 18,20 1,-20-19,1 0,18 0,-18 0,-1 18,20-18,-20 0,1 19,-1-19,1 19,-19-1,19-18,-19 19,0-1,0 20,0-20,-19 1,19 0,-19-19,19 18,-18-18,-1 19,19-1,-18-18,-1 0,0 0,19 19,-18-19,-20 0,20 0,-1 0,1-19,-1 19,0-18,1 18,-1-37,1 18,-1 19,19-19,0 1,-19 18,19-19,0 0,0-18,0 19,19-1,0-18,-19 18,18-18,1 18,-19 1,0-1,18 19,-18-18,0-1,19 19,0 0,-19-19,18 1,-18-1,19 1,-1-1,1 0,-19 1,0-1,19 19,-19-18,18 18,-18-19</inkml:trace>
  <inkml:trace contextRef="#ctx0" brushRef="#br0" timeOffset="391873.9739">13562 12297,'0'37,"19"19,-1 0,1 37,-19-37,0-19,0 0,18-18,-18 18,19-19,-19 1,0 0,0 18,0-19,0 1,0 18,0-18,0-38</inkml:trace>
  <inkml:trace contextRef="#ctx0" brushRef="#br0" timeOffset="393028.8991">13934 12260,'0'18,"-37"1,18 18,1-18,-1 18,0-18,1-1,-1 1,1-19,18 18,0 1,-19 0,0-1,1-18,-1 0,19 19,-18-19,-1 18,-18 1,37 0,-37 18,37-19,-19 1,56-19,0 19,19-1,0-18,18 0,-36 0,-1 19,19-1,-38-18,-18 19,19 0,-1-1,20 19,-20 1,19 17,-37-17,19-20,18 19,-37-18,-18-38,18 1,0-19,0 18</inkml:trace>
  <inkml:trace contextRef="#ctx0" brushRef="#br0" timeOffset="393886.2011">14362 12483,'19'0,"55"0,19 0,19 0,-19 0,18 0,-18 0,-56 0,-18 0</inkml:trace>
  <inkml:trace contextRef="#ctx0" brushRef="#br0" timeOffset="394740.1046">14585 12874,'19'0,"18"18,56 19,0-37,-19 19,57 0,-20-19,-18 0,0 0,-37 0,0 0</inkml:trace>
  <inkml:trace contextRef="#ctx0" brushRef="#br0" timeOffset="396216.1742">16092 12055,'-37'0,"18"37,1-18,-1 37,0-38,1 20,18-1,0 0,0-18,0-1,0 19,0-18,0 0,18 18,-18-19,19 1,0 18,-1-18,19 18,-18-18,0-1,-1 1,1-19,-1 18,1-18,0 0,-1 0,19 0,-18 0,0 0,-1 0,19-18,-18-19,18 18,-18 0,0 19,-19-37,0 19,0-1,0 0,0 1,0-19,0 18,0 0,0 1,-19 18,0 0,19-19,-18 19,-1 0,0 0,1 0,-19 19,18-19,0 18,1-18,-1 19,1-19,18 19,-19-19,0 0,1 18,-1-18,1 0</inkml:trace>
  <inkml:trace contextRef="#ctx0" brushRef="#br0" timeOffset="397889.7818">16594 12036,'19'0,"-19"38,0-20,0 1,0 18,0 0,0-18,0 18,0 0,0 1,0 17,0-17,0-20,0 1,0 18,0-18,0-1,56-18,37-18,0-1,18 0,1 1,18-19,-55-1,-38 20,-19-1,-18 1,0-20,0 20,-18 18,-1 0,19-19,-18 1,-1 18,0-19,1 19,18-19,-37 19,18 0,19-18,19 55,-1 19,1-19,18 19,0 0,0 55,-18 1,0-38,18-37,-19 19,-18-19,0-18,0 0,19-1,-19 1,0-1,0-55</inkml:trace>
  <inkml:trace contextRef="#ctx0" brushRef="#br0" timeOffset="400788.8859">17729 12055,'-18'0,"18"19,18-38,19-18,-18-19,18 0,-18 0,18 38,-18-19,18 18,-19 0,1 1,18-19,-18 37,-1 0,20-38,-20 38,19 0,1 0,-1 0,37 0,-18 0,0 0,0 0,-1 0,-17-18,18 18,-38 0,19-19,-18 19,0 0,-1 0,19 0,-18 0,0 0,-1 37,19-18,-18 18,18 0,0 1,1 17,-1-17,0-20,0 19,-18-18,-1 0,-18-1,38 38,-20-37,19 18,-18 0,0-18,-19 18,18-37,-18 19,0-38</inkml:trace>
  <inkml:trace contextRef="#ctx0" brushRef="#br0" timeOffset="401463.337">19050 12316,'19'0,"36"37,1 0,0-18,0-1,-19 1,-18-19,18 0,-19 0,-18-19,19 1,-19-20,19 20,-19-1,18-18,-18 18,19 1,-19-19,18 37,-18-19,0-18,19 18,-19 0,0 1,0-1,0 1</inkml:trace>
  <inkml:trace contextRef="#ctx0" brushRef="#br0" timeOffset="404062.8026">20092 11720,'0'37,"-37"1,18-20,19 19,-19-18,1 0,18 18,37-56,0 19,19-18,18 18,-18 0,-19 0,1 0,-20 0,19 18,-18 1,0 18,-19-18,18-1,1 19,-19-18,0 0,0 18,0-19,0 1,0 0,0-1,0 1,0 18,-19-18,19 18,-18-18,-1-1,19 1,-37-1,37 1,-19-19,-18 0,18 0,19 19,-18-19,-1 0,1 0,-1-19,19 0,0 1,-19-1,1 1</inkml:trace>
  <inkml:trace contextRef="#ctx0" brushRef="#br0" timeOffset="404712.9549">19999 11720,'0'0,"18"19,20-1,-20-18,1 0,18 0,-18 0,-1 0,19 0,1 0,-1 0,-19 0,1 0,18 0,-18 0,-1-18,20 18,-20-19,1 1,-1 18,1 0</inkml:trace>
  <inkml:trace contextRef="#ctx0" brushRef="#br0" timeOffset="405602.2353">20706 11757,'0'0,"-37"38,37 17,-19-17,19-1,0 0,0-18,0-1,0 1,0 18,19-18,-1 18,1-19,-1 1,20 18,-20-18,19 0,-18-1,0-18,18 0,-19 0,1 0,18 0,-18-18,-1-20,20 20,-38-1,18 19,1-37,-19 18,0 1,0-1,0 0,-19 1,-18-1,18 1,1-1,-19 19,18 0,0 0,1 0,-1 0,1 0,-1 0,-18 19,18-1,1 19,-1-18,0 18,19-18,-18-19,18 18,0 1,-19-19,19 19,0-1,-18-18,18-18</inkml:trace>
  <inkml:trace contextRef="#ctx0" brushRef="#br0" timeOffset="406758.8783">21320 11497,'0'-19,"18"1,1-1,18-18,0 18,19-18,37 0,0 0,19 0,-1 18,-36-18,18 18,-37 1,-38 18,1-19,18 19,-18 0,-1 0,1 0,-1 0,20 19,-20-19,19 37,-18-19,0 20,18-20,-19 19,20-18,-20 18,19 0,-18 1,18-1,-37 0,19 19,-1-19,1 0,-19-18,37 37,-18-1,-19-17,18-20,1 19,-19-18,-19-19,1-19</inkml:trace>
  <inkml:trace contextRef="#ctx0" brushRef="#br0" timeOffset="407637.7989">22510 11832,'0'18,"19"1,-1 18,20-18,-38-1,18-18,-18 19,19-19,-1 0,1 19,0-1,18-18,-19 0,1 0,0 0,-1 0,1 0,18 0,-18 0,-1-18,-18-20,19 20,-19-19,0-1,0 1,-19 19,19-1,0 0</inkml:trace>
  <inkml:trace contextRef="#ctx0" brushRef="#br0" timeOffset="409281.8306">23310 11906,'0'56,"19"0,-19-19,18 0,-18 19,19-19,-19 1,0-1,0-19,0 1,0 18,0-18,0 18,0-18,19-19,18 0,-19 0,20-19,-20 0,1 1,-1-19,1 37,-19-38,19 38,-19-18,0-1,0 1,18-1,-18-18,0 18,0 0,0 1,0-1,0 1,0-1,0 0,0 1,0-1,0 38,0 18,0 0,19 0,-19 19,0-37,18 55,-18-18,0 0,19-19,-19 0,19-18,-19 0,0-1,0 1,-19-56,0-1</inkml:trace>
  <inkml:trace contextRef="#ctx0" brushRef="#br0" timeOffset="411513.8776">24166 11832,'0'0,"-19"0,1 0,-19 0,18 0,0 18,1 1,18 0,-19-19,1 18,18 1,0-1,0 1,-19-19,19 19,0-1,0 1,0-1,0 1,19 18,-1-18,19-1,-37 1,19-19,0 0,18 19,-19-19,20 18,-1-18,-19 19,1-19,-19 19,19-19,-1 0,-18 18,19 1,-1-1,-18 1,19 0,-19-1,0 19,19 1,-19-20,0 1,0 18,0-18,0-1,0 1,0-1,0 1,-19 0,0-19,1 37,-19-37,18 18,0 1,-18-19,19 0,-1 0,-18 0,18 0,1 0,-20-19,20 19,-1-18,-18 18,37-19,0 1,-19 18,1-38,18 20,0-1,0 1,0-1,0 0,0 1,0-1,0-18,0 18,18 1,1-19,0 18,-1 0,-18 1,37-1,-37-18,19 18,0 1,-19-20,18 20,1-1,-1-18,1 18,-19 1,0-1,19 19,-19-18,18 18,-18-19,0 0,19 19,-1-18</inkml:trace>
  <inkml:trace contextRef="#ctx0" brushRef="#br0" timeOffset="426729.4408">446 2102,'-18'0,"-1"0,1 19,18-1,-19 1,0 0,1-1,18 1,0-1,0 1,0 0,0-1,18 1,1-1,18 1,-18-19,-1 19,1-19,0 0,-1 0,1 18,0 1,-1-1,19 1,1 18,-20-18,19 18,-18-37,0 19,-19-1,-19 1,-18-1,0 20,-1-38,1 37,0-37,0 19,18-19,0 0,1 0,-1 0,1 0,-1-19,0 19</inkml:trace>
  <inkml:trace contextRef="#ctx0" brushRef="#br0" timeOffset="428455.6679">707 2251,'19'0,"-19"19,18-19,1 37,-19-19,18 1,-18 0,19-19,-19 18,19 1,-1 18,1-18,-1-19,1 0,-19-19,19 0,-1 1,-18-1,19 19,-1-37,-18 18,19-18,-19 19,0-1,0 0,0 1,0-1,0 1,0-1,19 38,-1-19,-18 18,19 1,-19-1,18-18,1 0,-19 19,19-19,-1 0,-18 19</inkml:trace>
  <inkml:trace contextRef="#ctx0" brushRef="#br0" timeOffset="429944.8331">1209 1712,'0'-19,"0"38,0-1,0 1,0 37,19-38,-19 1,37 55,-18-37,-1 1,19-20,-37 19,19 1,0-20,-19 19,0-18,18-19,-18-19,19 19,-1-37,1 19,0-20,18 20,-19-1,20 1,-20-1,1 19,0 0,-1 0,1 0,-1 0,1 0,18 19,-18-19,18 18,-37 1,19-19,-19 18,-19-18,0 0,1 19,-1-19,1 0,-1 19,0-19,1 0,-1 0,1 0,-1 0,0 0,1 0,-1-19,0 19,1 0,-1 0,19 19</inkml:trace>
  <inkml:trace contextRef="#ctx0" brushRef="#br0" timeOffset="430806.5976">2102 1377,'0'18,"19"1,18 18,-18 0,-19-18,18 18,1 0,-19-18,0 0,18 18,1 0,0-18,-19 18,0-19,18 1,1 18,-19-18,-19-19,19-37,0 18,0 0</inkml:trace>
  <inkml:trace contextRef="#ctx0" brushRef="#br0" timeOffset="431727.8526">2660 1228,'0'0,"-18"18,-1 1,0 18,1-18,-1-1,-18 20,18-1,-18 0,19-18,-1-1,-18 19,18 1,-18-1,18 0,-18-37,37 37,-37-37,37 19,-19 0,19-1,38 1,-1 18,0-18,0-1,0-18,19 19,0-1,0 1,18 0,1-19,-38 18,0-18,-18 0,-1 0,-36 0</inkml:trace>
  <inkml:trace contextRef="#ctx0" brushRef="#br0" timeOffset="432743.0446">2809 1656,'0'0,"19"18,-1 20,20-38,-20 0,1 18,-1-18,20 0,-20 0,1 0,-19-37,37 18,-37 1,19-1,-1 1,1-20,-19 20,0-20,0 20,0-1,-19 1,1 18,18-19,-19 19,0 0,1 0,18 19,-37-1,18 1,0-1,1 1,-19 18,37-18,-38 18,38-18,0-1,-18 20,18-20,0 1,0-1,0 1,0 0,18-19,-18 18,19 1,0-19,-1 0,19 18,-18-18,0 0,18 0,-19-18,1 18,18-19,0 1,-18-1,18 19,-18-19</inkml:trace>
  <inkml:trace contextRef="#ctx0" brushRef="#br0" timeOffset="434641.9706">3200 1432,'0'-18,"18"18,1 18,-19 1,37 0,-18 18,-1-19,1 20,0-38,-1 18,1-18,-19-18,18-1,-18-18,0 18,0 1,0-1,0 0,0 1,0-1,0 1,0-1,-18 0,18 1,0-1,0 1,0-1,0 0,0 57,18-1,-18 0,19-18,0 18,-1 0,-18 19,19-19,-19 0,0 1,18-20,-18 38,0 0,0-38,0 20,0-20,0 1,0 18,-18-18,18-1,0 19,0-18,-19 18,19-18,-18-1,18 20,0-1,0-19,0 1,-38-19,1 0,0 19,-19-19,19 0,-19 0,0 18,1-18,17 0,1 0,19 0,-1 0,0 19,1-19,-1 0,19 18</inkml:trace>
  <inkml:trace contextRef="#ctx0" brushRef="#br0" timeOffset="459911.8124">13525 13357,'18'-18,"38"18,19-19,18 1,18 18,-18-19,19 0,-19 19,18-18,-17-1,-39 0,1 1,-19 18</inkml:trace>
  <inkml:trace contextRef="#ctx0" brushRef="#br0" timeOffset="573613.4349">800 5023,'0'74,"19"19,-19-18,18-1,1 38,-19-1,18-36,-18-1,0 1,19-57,-19 20,0-20,0 1,19 18,-19-93,0-18,55-38</inkml:trace>
  <inkml:trace contextRef="#ctx0" brushRef="#br0" timeOffset="574449.3633">1377 5023,'0'19,"-19"18,0-19,-18 20,19-20,-1 19,-18-18,18 0,1 18,-20 0,20-18,-1-1,1 1,-1-1,-18 20,18-20,-18 19,18-18,-18 0,19 18,-1-19,-18 20,37-20,18-18,1 19,0-1,18-18,-19 0,20 19,17-19,20 0,36 37,-18 0,-55 1,-20-20,1 1,-1-19,-36-19,18 1</inkml:trace>
  <inkml:trace contextRef="#ctx0" brushRef="#br0" timeOffset="575015.513">1544 5562,'19'0,"-19"19,18 18,-18 19,19 0,18 0,-37-38,19 20,-19-20,18 1,-18 18,0-18,19-19,-19 37,0-56,37-18</inkml:trace>
  <inkml:trace contextRef="#ctx0" brushRef="#br0" timeOffset="575769.6107">2084 5339,'0'-18,"74"-20,-18 38,18 0,38 0,-56-18,-1 18,-36 0,0 0</inkml:trace>
  <inkml:trace contextRef="#ctx0" brushRef="#br0" timeOffset="576749.5856">2214 5618,'0'19,"37"-19,0 18,38 20,18-1,18-19,-55-18,-19 19,1 0,-20-19,19 0,-18 0</inkml:trace>
  <inkml:trace contextRef="#ctx0" brushRef="#br0" timeOffset="577909.606">3014 4874,'18'37,"-18"19,0-19,0 1,0-1,19 19,-19-19,19 0,-19-18,0-1,0 1,0-1,0 1,0 0,0 18,0-19,0 1,0 18,0-18,0-1,18 20,19-20,-18 19,18-18,0 0,19-19,-19 0,19-38,-19 20,19-19,-56 18,37 0,-37-18,0 19,0-1,0-37,0 38,0-1,0 0,0-18,-18 19,18-20,-19 38,1-18,18-1,-19 19,19-18,0-1,-19 19,19 37,0 56,0 19,0-19,0-37,0 18,0 0,0-18,0 0,0-19,0-18,0 0,0 18,0-19,0-36,0-1</inkml:trace>
  <inkml:trace contextRef="#ctx0" brushRef="#br0" timeOffset="579687.5498">4037 4949,'-19'0,"19"-19,-18 19,18 37,0-18,-19-19,19 18,-18 20,18-20,0 1,0 18,0 0,0-18,0 18,18-18,1 18,18-19,-18 1,-1 18,19-18,-18 18,18-18,0-1,1 1,-1-1,-19 1,1-19,18 0,-18 19,-19-1,18-18,-18 19,-18-1,-19 1,-1-19,20 0,-1 0,-18-19,0 19,18-37,-18 19,18 18,19-19,-18 19,-1 0,19-19,0 1,0-1,0 1,19-20,-1 20,20-19,-20 18,1 0,18-18,-37 19,19-1,-19 0,18 1,-18-1,0 1,0-1,0-18,0 18,0 1,0-1,-18 19,18-19,-19 19,0 0,19-18</inkml:trace>
  <inkml:trace contextRef="#ctx0" brushRef="#br0" timeOffset="587525.6189">3107 3553,'-19'0,"1"0,-1 19,-18-1,18 1,-18 55,18-36,-18-1,19 0,-20 19,20-19,-1 0,1 1,18-1,0-19,0 1,0 0,0 18,0-19,0 1,18 0,-18 18,19-37,-1 37,1-37,18 19,0-19,-18 0,0 0,-1-19,1-18,-1 18,20-18,-38 18,18 1,-18-19,19 37,-19-19,0 0,0 1,0-1,0 1,-19 18,19-19,-18 19,-1 0,19-19,-37 19,18 0,-18 0,18 0,1 19,-1 0,1-1,-20 1,20-1,-1 1,-18 0,18-19</inkml:trace>
  <inkml:trace contextRef="#ctx0" brushRef="#br0" timeOffset="588823.4904">3404 3479,'0'18,"0"1,0 18,-18-18,18-1,0 20,-19-1,19 19,-18-38,18 1,-19 18,19-18,0-1,0 20,-19-20,19 1,-18 18,18-18,0-1,-19 1,19-1,56-18,0 0,37 0,-56-37,19 19,-38-20,1 20,0-1,-19 1,0-20,0 20,0-1,0 1,0-1,0 0,0 1,-19 18,19-19,0 38,0 37,0-19,19 0,-1 19,1-19,-1 0,1-18,-19-1,0 20,19-20,-19 1,18-1,-36-18,-1-18,0-19,-18 37</inkml:trace>
  <inkml:trace contextRef="#ctx0" brushRef="#br0" timeOffset="589993.2838">614 3981,'0'19,"0"-1,37 20,-18 17,-19-36,18 0,-18 18,0-19,0 1,0-56,0 18,0-37</inkml:trace>
  <inkml:trace contextRef="#ctx0" brushRef="#br0" timeOffset="591107.4331">465 3963,'-19'18,"1"-18,18 19,0-1,37 1,38-19,-38 0,0 0,0 0,-18 0,-1 0,1 0,0 0,-1 0</inkml:trace>
  <inkml:trace contextRef="#ctx0" brushRef="#br0" timeOffset="592007.0876">484 4260,'0'19,"18"-19,1 0,0 18,-1 1,1-19,-1 0,1 0,18 0,0 0,1 0,-1 0,-19 0,1 0,0 0,-1 0,1 0,-1-19,1 19,-19-18,19 18</inkml:trace>
  <inkml:trace contextRef="#ctx0" brushRef="#br0" timeOffset="592873.386">1042 3814,'0'37,"18"-18,1 18,18 0,-37-18,19 18,-19-19,18 20,1-20,-19 19,0-18,19 0,-19-1,0 1,0-1,0 1,18 18,-18-18,0 18,0-18,-18-57,-1 20,-18-19,18 18</inkml:trace>
  <inkml:trace contextRef="#ctx0" brushRef="#br0" timeOffset="594108.6136">1060 3907,'0'-19,"19"1,18 18,-18 0,-1-19,1 19,0 0,-1 0,1 0,-1 0,1 0,18 0,-18 0,-1 0,1 0,0 0,-1 0,-18 19,37-1,-37 1,19-1,0-18,-19 19,0 0,0-1,0 1,0-1,0 1,0 0,-38-19,38 18,-18-18,-1 19,1-19,-1 0,0 0,-18 0,19 0,-1 0,0 0</inkml:trace>
  <inkml:trace contextRef="#ctx0" brushRef="#br0" timeOffset="595190.5408">1786 3925,'0'-18,"19"18,-1 18,19 1,-37 0,19-19,18 18,-18-18,18 19,0-19,0 0,-18 0,0 0,-1 0,1 0,-1 0,1 0,18 0,-18 0,-19-19,18 19,-18-18</inkml:trace>
  <inkml:trace contextRef="#ctx0" brushRef="#br0" timeOffset="596110.454">1712 4316,'18'19,"-18"-1,19-18,-1 19,1-19,0 18,18 1,-19-19,1 19,0-19,-1 0,19 0,1 0,-20 0,19 0,-18 0,0-19,-1 19,1 0,-19-19,18 19,1 0,18 0,-18-18,-1 18,-18-19,19 19,0 0,-19-18</inkml:trace>
  <inkml:trace contextRef="#ctx0" brushRef="#br0" timeOffset="606511.5157">1339 6195,'-18'0,"18"37,0 0,0-18,-19 37,19-19,0-18,0 18,0 0,0 0,0-18,0-1,0 1,-18 18,18-18,0-1,-19 1,19 0,0-1,0 1,0-1,0 1</inkml:trace>
  <inkml:trace contextRef="#ctx0" brushRef="#br0" timeOffset="607465.5617">1060 6660,'0'-19,"19"19,-19 38,19-1,-1-19,1 20,-19 17,18 1,-18-37,19 0,-19-1,0 1,37-19,38-19,36-18,-36 0,18-19,-19 19,-18 18,-37-18,-1 18,1 1,-1-1,-18 0,-55 19,-38 38,-1 17</inkml:trace>
  <inkml:trace contextRef="#ctx0" brushRef="#br0" timeOffset="608453.214">242 7906,'18'0,"-18"19,19 0,0-1,-1 1,1 37,-1-19,-18-18,19 18,0-19,-19 1,0 18,0-18,18-19,-18 18,0 1,0 0,0 18,0-19,19 1,-19-38,-19 1,19-19</inkml:trace>
  <inkml:trace contextRef="#ctx0" brushRef="#br0" timeOffset="609313.1078">298 7832,'0'19,"18"-19,1 0,37 0,18 0,-18 0,-19 0,-18 0,18 0,-37-19,19 19</inkml:trace>
  <inkml:trace contextRef="#ctx0" brushRef="#br0" timeOffset="609961.3353">372 8186,'19'0,"-1"0,1 0,-1 0,20 0,-20 0,1-19,18 19,-18 0,-1-19,20 1,-20 18,19-19,-18 19,-19-18,19 18</inkml:trace>
  <inkml:trace contextRef="#ctx0" brushRef="#br0" timeOffset="610849.4446">372 8539,'0'0,"19"0,18 0,-19-19,20 19,-1 0,0-37,0 19,38-1,-38 0,19 1,-19-1,37 1,-36-1,-20 0,1 1,-19-19</inkml:trace>
  <inkml:trace contextRef="#ctx0" brushRef="#br0" timeOffset="612203.232">893 7813,'0'0,"37"19,-18 18,18-18,-18 18,18-18,-19-1,-18 1,19 0,-19-1,0 1,0 18,0-18,0-1,0 1,0 18,0-18,0-1,0-36,19-20,18 1,-19 19,1-20,0 20,-1-19,-18 18,0 0,0 1,0-1,0 0,0 1,0-1,-18 19,-1 37,19-18,0 0,0 18,0-18,0-1,19 19,-1-18,1 18,-1-18,1-1,0-18,-1 19,1-19,-1 19,1-19,0 0,-1-19,19 19,-18-19,0 1,-1-1,-18 1,0-1,0 0,0-18,-18 37</inkml:trace>
  <inkml:trace contextRef="#ctx0" brushRef="#br0" timeOffset="612832.5569">1470 7739,'0'19,"18"-1,1 19,-1 1,1-1,-19-19,19 38,-1 19,20 18,-1 37,-37-18,18-75,1-19,0 20,-19-20,0 1,0-1,0 1,-19-38,19-18,-19 0,1 0,18-19,0 19</inkml:trace>
  <inkml:trace contextRef="#ctx0" brushRef="#br0" timeOffset="613813.1104">1432 7851,'0'-38,"56"38,0 0,-19 0,1 0,-20 0,1 0,18 0,-18 0,-19 19,18-19,-18 19,19 18,-19-19,0 1,0 18,0-18,0 0,0-1,0 1,-19-19,19 18,-18-18,-1 0,0-37,-18 37,37-18</inkml:trace>
  <inkml:trace contextRef="#ctx0" brushRef="#br0" timeOffset="615200.1104">2065 7404,'19'0,"18"19,-19 18,1 0,0-18,-1 18,1-18,-19-1,0 19,18-18,1 0,-19 18,0-19,0 1,19 0,-19-1,0 1,18-1,-18 1,0 0,0-57,0 1,0 19,0-38</inkml:trace>
  <inkml:trace contextRef="#ctx0" brushRef="#br0" timeOffset="615964.5461">2102 7460,'0'-19,"19"19,18-37,-18 37,-1-18,38-20,-37 38,-1-18,19 18,-18 0,0 0,-1 0,1 0,-1-19</inkml:trace>
  <inkml:trace contextRef="#ctx0" brushRef="#br0" timeOffset="616634.7272">2251 7665,'19'0,"-1"0,19 0,-18 0,37-38,-19 20,0-1,-18 19,18-37,-18 37,-38 0,-18 0,18 19</inkml:trace>
  <inkml:trace contextRef="#ctx0" brushRef="#br0" timeOffset="617619.2754">2381 7906,'19'0,"-1"0,1 19,0-19,-1 0,1 0,18 0,-18 0,-1 0,1 0,18 0,-18 0,18 0,-18 0,18 0,-19 0,-18-37,0 18</inkml:trace>
  <inkml:trace contextRef="#ctx0" brushRef="#br0" timeOffset="618530.4331">2958 7051,'0'18,"0"38,0-19,19 38,-1-1,1 19,-19-37,0 18,18-36,-18-1,0 19,19-38,0 19,-19-18,18 18,1 19,-1-37,-18-1,19 19,0-18,-19 0,0-1,18-18,-18 38,19-38,-19 18,37-18,-18 37,18-37,-19 38,1-20,18-18,-18 0,-1 0,1 0,-19-18,0-20,-37 20,37-1,-19 19</inkml:trace>
  <inkml:trace contextRef="#ctx0" brushRef="#br0" timeOffset="619290.4326">3144 7051,'19'18,"-1"20,19-1,-18-19,18 38,-18-19,-1-18,1 18,18-18,-18-1,-1 20,-18-20,19 1,-19 18,0-18,0 18,19-37,-19 18,0 20,18-20,-18 1,0 18,19-37,-19 19,-19-57,1 1,-1-19,19 19</inkml:trace>
  <inkml:trace contextRef="#ctx0" brushRef="#br0" timeOffset="620208.1651">3572 7051,'0'37,"0"-18,0-1,0 1,0-1,0 1,0 0,0 18,0-19,0 20,-19-20,1 1,18 18,-19-18,19-1,-19-18,19 19,-18-1,-1 1,19 0,0-1,37-18,-18 0,18 19,-18-19,-1 18,20-18,-20 19,1 0,-1-19,-18 18,19-18,0 0,-19 19,-19-19</inkml:trace>
  <inkml:trace contextRef="#ctx0" brushRef="#br0" timeOffset="621085.4578">3814 7293,'18'18,"-18"1,0 18,19-18,0-1,-19 19,18-18,-18 0,0 18,0-19,0 1,0 18,0-18,0-1,-18-36,-20-19</inkml:trace>
  <inkml:trace contextRef="#ctx0" brushRef="#br0" timeOffset="622255.484">3758 6809,'19'18,"-1"1,19 18,-18 1,18-1,-18-19,18 20,-18-38,-1 37,-18-19,19 1,-1 18,-18-18,0-1,19 20,-19-20,0 1,0 18,0 0,0 19,0-19,-37 0,18-18,1 18,18-18,-19-1,19 1,-19 18,19-18,0-1,-18 20,-1-20,19 1,-18 18,18-18,0-1,0 19,0-18,0 0,0 18,-19-37,0-19,1 1</inkml:trace>
  <inkml:trace contextRef="#ctx0" brushRef="#br0" timeOffset="623760.4682">4465 7032,'18'0,"1"-37,74 18,-37-18,37 0,0 0,-37 18,0 19,-19 0,-19 0,1 0,18 0</inkml:trace>
  <inkml:trace contextRef="#ctx0" brushRef="#br0" timeOffset="624608.6461">4595 7386,'19'0,"18"0,19 0,-1-19,39-18,-20 18,19-18,-37 0,-19 18,-18 19,-19-18,0-1</inkml:trace>
  <inkml:trace contextRef="#ctx0" brushRef="#br0" timeOffset="626444.1494">5562 6437,'19'0,"0"18,-19 1,0 0,0 18,0-19,0 1,18 18,-18-18,0-1,19 20,-19-20,0 1,0-1,0 1,0 0,18-1,-18 19,19 1,-19-20,19-18,-19 19,18-19,-18 19,19-19,-1 18,1-18,0 0,-1 0,-18-18,0-1,0 0,19 19,-19-18,0-1,0 0,0 1,0-1,0 1,0-1,-19 19,19-19,-18 19,18-18,-19 18,0-19,1 19,-1 0,1 0,18-18</inkml:trace>
  <inkml:trace contextRef="#ctx0" brushRef="#br0" timeOffset="628204.3305">5916 6474,'19'0,"-19"19,37-1,-19 38,-18-37,0-1,0 19,0-18,19 0,-19-1,0 1,0-1,0 1,0 0,0-1,19 1,-1-19,19 0,1 0,-20-19,1 19,-1-37,1 37,-19-19,0 1,0-1,0 1,0-20,0 20,0-1,0 1,0-1,0 0,0 1,0-1,0 1,0-20,-19 20,19-1,0 1,-18 18,18-19,0 0,18 57,-18-1,19 0,-19 0,0 0,19 1,-19-20,0 1,0 18,0-18,0-1,18 1,-18-1,0 1,0 0,0-1,0 1,0-1,0 1,0 0,0-1,0 1,0 0,-18-38</inkml:trace>
  <inkml:trace contextRef="#ctx0" brushRef="#br0" timeOffset="629680.5378">6511 6102,'37'56,"-18"-38,-19 20,19-1,-1 0,-18-18,0 18,0 0,0 0,0 0,0-18,0 0,0 18,-18-19,18 1,-19-19,-18-19,37 1,0-1,0 1,0-1,0 0,0 1,0-1,18 19,1 0,0 19,-1 18,1-37,-1 19,1 18,-19-19,0 1,0 0,0 18,0-19,-19 1,1 0,18-1,-19-18,1 0,-1 0,0 0,1 0,18-18,0-1,-19 0,1 19,18-18</inkml:trace>
  <inkml:trace contextRef="#ctx0" brushRef="#br0" timeOffset="630502.8636">6753 6418,'19'0,"-1"0,-18 19,19-19,-1 37,-18-18,0-1,0 1,19-19,-19 18,0 1,0 0,0-1,19 19,-19-18,0-38,-19-18,0 19,-18-1,37-18</inkml:trace>
  <inkml:trace contextRef="#ctx0" brushRef="#br0" timeOffset="631213.5864">6734 6102,'0'19,"0"-1,0 19,0 1,19-20,0 1,-19-1,18-18,-18-18,0-1,0 1,0-1,0 0,0 1,-18 18</inkml:trace>
  <inkml:trace contextRef="#ctx0" brushRef="#br0" timeOffset="631806.5238">6921 6028,'0'18,"37"19,-19 19,1-19,-19 1,19-20,-19 19,0-18,0 0,0-1,18 19,1-18,-19 0,18 74,20-56,-1 56,0 0,-18-56,-1-18,-18-1,0-36,-18-1,18 0,-38 1,20 18,-19 0,18 37,0-37</inkml:trace>
  <inkml:trace contextRef="#ctx0" brushRef="#br0" timeOffset="632445.5204">7181 6455,'19'0,"-1"-18,1 18,18-19,-18 1,-1 18,19 0,-37-19,38 0,-20 1,-18-1,0 1,0-1,0 0,0 1</inkml:trace>
  <inkml:trace contextRef="#ctx0" brushRef="#br0" timeOffset="633045.6637">7069 6548,'19'0,"0"0,-1 0,19 0,1-18,-1-1,-19 1,1-1,-19 0</inkml:trace>
  <inkml:trace contextRef="#ctx0" brushRef="#br0" timeOffset="634417.4231">7293 6772,'0'-38,"18"20,19-19,-18-1,18 1,-37 0,19 0,-1 18,-18 1,0-1,0 0,0 1,0-19,0 18,19 0,-19 1,0 36,0 20,0-20,0 1,0-1,0 1,0 0,19-1,18 19,-37-18,18 18,1-18,0-1,-1-18,-18 19,0 0,0-1,0 1,0-1,-18-18,-1 38,0-38,-18 37,19-19,-20 20,20-20,-1 1,-18 18,18-18,-18 18,37-18,-18-1,18 1</inkml:trace>
  <inkml:trace contextRef="#ctx0" brushRef="#br0" timeOffset="658422.4341">10362 2344,'0'19,"0"18,19-19,-19 1,18 18,-18-18,19-1,-19 20,0-20,0 1,19-19,-19 37,0-18,0-1,18 20,1-20</inkml:trace>
  <inkml:trace contextRef="#ctx0" brushRef="#br0" timeOffset="659344.66">10437 2418,'0'-18,"18"18,1-19,37 19,-19-18,0-1,0 0,19-18,-37 37,-1-18,19-1,-18 0,0 19,-19-18,-19 18,19 18,-37 1,37 0,-19-1</inkml:trace>
  <inkml:trace contextRef="#ctx0" brushRef="#br0" timeOffset="660172.3661">10455 2623,'19'-19,"-1"19,20 0,-20-18,1 18,18-19,-18 19,-1 0,1-18,-1-1,1 19,0-19,18 1,0 18,-37-19,19 19,-19 37,-19-37</inkml:trace>
  <inkml:trace contextRef="#ctx0" brushRef="#br0" timeOffset="661196.3732">10492 2791,'19'0,"0"0,-1 0,1 0,-1 0,1-19,37 0,-38 1,20-19,-20 18,1 0,-1 19,-18-18,19 18,0 0,-1 0,1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9-14T06:53:16.0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10251 2623,'-19'0,"0"0,19 19,-37-19,-19 0,19 18,-19 1,19-19,0 0,-19 19,19-19,-19 18,19-18,0 19,-1-19,1 0,0 0,-19 0,19 0,0 0,18 0,1 0,-1 0,0 0,1 0,-1 0,1 0,18 18,-19-18,0 0,-18 0,-19 0,19 0,0 0,0 0,-19 0,19 0,-1 0,20 0,-1 0,-18 0,18 0,1 0,-1 0,1 0,18 19,-19-19,0 19</inkml:trace>
  <inkml:trace contextRef="#ctx0" brushRef="#br0" timeOffset="2671.998">8892 2623,'-18'0,"18"19,-19-19,19 18,0 1,-18-19,18 19,0-1,-19-18,19 19,-19-19,19 18,0 1,0 0,-18-1,18 1,0-1,0 1,18-19,1 0,0 0,-1 0,1 0,-1 0,1 0,0 0,-19 19,18-19,1 0,-1 0,1 0,-19 18,19-18,-1 0,1 0,0 0,-1 19,1-19,-1 0,1 0</inkml:trace>
  <inkml:trace contextRef="#ctx0" brushRef="#br0" timeOffset="29951.0521">24129 13153,'0'0,"93"-38,0 20,18-1,-18-18,-18 0,18 0,-56 18,0 0,0 1,-18-1,0 1,-1-20,-18 20,19-1,0-18,-19 18,0-18,0-19,0 19,0-19,0 19,-19-19,0 19,-18 0,18 0,-18 0,37-1,-37 1,18 0,-18-19,37 37,-37-18,18 37,1-37,-1 18,1 1,-1-1,19 1,-19-1,1 19,18-19,-19 1,19-1,-37-18,0 18,18-18,-37 19,38-20,-19 20,-1-1,20-18,-1 18,-18 1,18-1,1 19,-1-18,1-1,-38 19,37 0,1 0,-20-19,1 19,19 0,-20-18,20 18,-20 0,1 0,19 0,-1 0,-18 0,0 0,-1 0,20 0,-1 18,-18-18,37 38,-37-38,18 18,1 1,-1 18,-18-18,18 18,1-19,-20 20,20-20,-1 1,1 18,-1-18,-18 18,37-19,-37 20,18-1,0 19,1-19,-1 0,1 19,-1 0,19 0,-19 18,19-18,0 18,0-18,0 0,0 0,0 18,0-18,0 0,19-38,0 19,18-18,-19 0,38-1,0 19,37-37,0 19,0 0,0-19,-19 0,1 0,-19 0,-19 0,19 0,-19 0,0 0,0 0,-18 0,0 0,-1 0,1 0,-1 0,1 0,0 0,-1 0</inkml:trace>
  <inkml:trace contextRef="#ctx0" brushRef="#br0" timeOffset="35691.051">6921 912</inkml:trace>
  <inkml:trace contextRef="#ctx0" brushRef="#br0" timeOffset="37574.0532">6921 912,'18'0,"-18"-19,19 19,-1 0,1 0,0 0,-1 0,1 0,-1 0,1 0,0 0,-1 0,-18 19,0-1,0 1,-18-19,-1 18,0-18,1 0,-1 0,1 0,-1 0,19 19,-19-19,38 0,0 19,-1-19,1 0,18 0,-18 0,-1 18,1-18,-1 0,-18 19,19-19,-19 18,0 1,0 0,0-1,-19 1,1-19,-19 18,18-18,-18 0,18 19,-18-19,18 0,1 0,-1 0,1 0</inkml:trace>
  <inkml:trace contextRef="#ctx0" brushRef="#br0" timeOffset="39176.0526">7330 893,'18'0,"20"0,-20 0,19 0,-18 0,-19 19,0-1,0 19,0-18,0 0,0-1,0 1,0-1,0 1,19-19,-1 0,1 0,-1 0,1 0,18 0,-18 0,-1 0,1 0</inkml:trace>
  <inkml:trace contextRef="#ctx0" brushRef="#br0" timeOffset="41239.0525">8613 1060,'38'-18,"-20"18,19 0,1 0,-20 0,1 0,-1 0,1 0,0 0,-19 18,0 1,0 0,0-1,-19-18,19 19,19-19,-1 0,1 0,-1 0,1 0,0 0,-1 0,1 0,-1 0,-18 18,0 1,0 0,0-1,-18 1,-1-19,1 0,-1 18,-18-18,18 0,1 0,-20 0,20 0,-1 0,1 0,-1 0</inkml:trace>
  <inkml:trace contextRef="#ctx0" brushRef="#br0" timeOffset="42996.0499">9004 986,'0'0,"0"-19,0 1,19 18,-1 0,1 0,0 0,-19 18,0 1,18 0,-18-1,0 1,0-1,0 1,0 0,0-1,0 1,0-1,19-18,-19 19,0 0,0-1,18 1,1-19,0 0,-1 0,1 0,-1 0,20 0,-20 0,19-19,-18 19,0 0,18-18,-19 18,1-19,18 19,-18 0,-1 0,1 0</inkml:trace>
  <inkml:trace contextRef="#ctx0" brushRef="#br0" timeOffset="54206.0526">9413 967,'38'0,"-1"0,0-18,19-19,0 18,18 0,-37 1,19 18,-19-19,19 19,-19 0,0 0,19 0,19 19,-38 18,0-18,0 18,1-19,-20 20,1-38,-19 18,18-18</inkml:trace>
  <inkml:trace contextRef="#ctx0" brushRef="#br0" timeOffset="55630.0519">10083 1116,'19'0,"18"0,-18 0,-1 0,19 0,1 0,-20 0,1 0,-1 0,20 0,-20 0,1 0,-1 0,1 0,0 0,-1 0,1-18,-1-1,-18 0,0 1,0-1,0 1,0-1,0 0,0-18,0 19,0-1,-18 0,18 1,0-1,-19 19</inkml:trace>
  <inkml:trace contextRef="#ctx0" brushRef="#br0" timeOffset="57538.0564">10771 874,'0'19,"0"18,0-18,0-1,0 20,0-20,0 1,0-1,0 1,0 0,0-1,0 1,19-19,0 0,-19-19,18 1,-18-1,37 0,-18-18,-19 0,0 18,19 1,-19-1,18 1,-18-1,0 0,0 1,0 36,0 20,0-20,0 19,0 1,0-20,0 19,0 1,0-20,0 1,0-1</inkml:trace>
  <inkml:trace contextRef="#ctx0" brushRef="#br0" timeOffset="60134.0538">11255 856,'0'-19,"-18"19,-1 0,0 0,1 0,-1 0,1 0,-1 0,0 0,1 0,18 19,-19-1,19 1,0 0,0-1,0 1,19-19,18 0,-18 18,18-18,-19 19,1-19,18 0,-18 0,-1 19,1-19,-19 18,19 1,-1-19,-18 18,19-18,-19 19,0 0,0-1,18-18,-18 19,-18-19,-1 0,1 18,-1-18,0 0,1 0,-1 0,1 0,-1 0,19-18,0-1,0 1,0-1,0 0,0 1,0-1,0 1,0-1,0 0,0 1,0-1,0 1,0-1,0 0,0 1,0-1,19 19,-19-18,18 18,-18-19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9-11T09:09:11.5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3535 3311,'0'19,"0"0,0-1,-19 1,19-1,0 1,0 0,-19-1,19 1,0-1,0 20,-18-38,18 18,0 1,-19-1,19 1,0 0,19-19,-1 18,1-18,0 0,-1 0,19 0,-18 0,18-18,-18 18,-1-19,1 19,-19-19,19 19,-19-18,18 18,1 0,-19-19,19 19,-19-18,18 18,-18-19,0 0,0 1,-37-1,37 1,-19-1,1 0,-1 19,19-18,-37 18,37-19,0 1,-19 18,1 0,-1 0,0 0,1 0,-1 0,1 0</inkml:trace>
  <inkml:trace contextRef="#ctx0" brushRef="#br0" timeOffset="5969.7014">3516 6865,'19'0,"-1"0,-18 18,19 1,-19 0,18 18,1-19,-19 1,19 18,-19-18,18-1,-18 38,0-37,19-1,-19 1,0 18,18-37,-18 19,0-1</inkml:trace>
  <inkml:trace contextRef="#ctx0" brushRef="#br0" timeOffset="17820.0682">15962 2679,'0'19,"18"-1,1 1,-19-1,0 1,0 0,0 18,19-19,-19 1,0 18,0-18,18-1,-18 1,0 0,0-1,0 1,19-1,-19 1,0 0,0-1,0 1,18-19,-18 18,0 1</inkml:trace>
  <inkml:trace contextRef="#ctx0" brushRef="#br0" timeOffset="31199.655">7925 4335,'0'18,"0"1,0-1,0 20,0-20,0 1,0-1,0 1,0 0,0-1,0 1,0-1,0 1,0 0,0-1,0 1,0-1,0 1,19 0,-1-19,1-19,-19 0,0 1,0-1,19 19,-19-18,0-1,18 0,-18 1,19 18,-19-19,0 1,0-1,18 19,-18-19,0 1,0-1,0 1,-18-1,-1 19,19-19,-18 19,18-18,-19-1</inkml:trace>
  <inkml:trace contextRef="#ctx0" brushRef="#br0" timeOffset="36079.7766">15106 6902,'19'19,"-19"-1,0 19,18-37,-18 19,0 18,19-18,-1-1,-18 1,19-19,0 19,-1-19,1 0,-1 0,1 0,0 0,-1 0,1 0,0 0,-1 0,1-19,-1 19,-18-19,19 19,0 0,-19-18,0-1,0-18,0 18,-19 19,19-18,0-1,-19 19,19-18,-37-1,19 0,18 1,-19 18,19-19,-19 19,1 0,18-19,-19 19,0 0,19 19,-18-19,-1 0,19 19,0-1,-18-18,-1 19,0-19,19 19,-18-19,-1 0,19 18,-18-18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9-11T09:10:53.5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5637 3386,'-19'0</inkml:trace>
  <inkml:trace contextRef="#ctx0" brushRef="#br0" timeOffset="989.9972">8074 3460,'-19'-18</inkml:trace>
  <inkml:trace contextRef="#ctx0" brushRef="#br0" timeOffset="2325.0982">10492 3442</inkml:trace>
  <inkml:trace contextRef="#ctx0" brushRef="#br0" timeOffset="3952.5546">12911 3386</inkml:trace>
  <inkml:trace contextRef="#ctx0" brushRef="#br0" timeOffset="5776.4702">15348 3404</inkml:trace>
  <inkml:trace contextRef="#ctx0" brushRef="#br0" timeOffset="7009.3628">17766 3367</inkml:trace>
  <inkml:trace contextRef="#ctx0" brushRef="#br0" timeOffset="8411.8041">20222 3404</inkml:trace>
  <inkml:trace contextRef="#ctx0" brushRef="#br0" timeOffset="9859.9416">22696 3386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9-11T09:13:59.7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15125 3404</inkml:trace>
  <inkml:trace contextRef="#ctx0" brushRef="#br0" timeOffset="2426.999">15273 3144,'0'-37,"0"18,38-18,-20-19,20 38,-20-20,19 1,-18 19,18-1,-18-18,-1 18,20-37,-20 38,38-1,-19-18,-18 18,18-18,0 18,-18-18,37 19,-19-20,0 1,0 0,38 0,-20 0,20-1,-19 1,-1-19,1 38,0-19,19 18,18-18,18 0,-18-1,19 1,-1-19,1 19,18 0,19 0,0 0,18-1,-18 20,0-19,0-1,-19 1,-18 0,18 0,-18-1,-1 1,-18 19,19-20,-1 1,20 0,-20 0,-18 0,19-1,-1 38,-17-18,17-1,-36 19,-20 0,-17 0,17 0,1 0,0 19,18 18,-18-37,0 37,0-18,0-1,37-18,0 38,-19-20,1-18,-20 19,38 18,0 0,-18-37,36 37,-18 1,0-1,19 0,0-18,-1 18,-55-18,19-1,-1 1,38-1,-57 20,38-20,0 1,-18-1,-1-18,1 19,-20 0,1 18,0-37,-19 0,19 18,0 1,-19 0,19 18,0 0,-38-18,1-1,18 1,-18-1,37 20,-19-20,19-18,-38 37,19-18,1 0,-20-1,19-18,-18 19,0 18,18-37,-19 37,20-18,-20-1,1 20,18-20,-18 19,18-18,-19 0,1-1,18 1,-18-1,-1 1,1 0,18 18,-18-37,-1 37,1-18,0 18,18-18,-18-1,18 19,-19-37,-18 19,19 0,0-1,-1 1,1-19,-19 18,0 1,0 0,0-1,0 1,18 18,-18-18,0-1,0 19,0-18,0 0,0-1,0 19,19-37,-19 38,0-20,0 1,19-19,-19 18</inkml:trace>
  <inkml:trace contextRef="#ctx0" brushRef="#br0" timeOffset="3399.114">23924 3237,'0'19,"37"-1,-18 19,18-18,-18 0,-1 18,1-19,18 20,-37-20,37 1,-37-1,19-18,0 0,18 0,-19-37,20 19,-20-20,1 20,18-19,-18-1,-1 20,-18-1,19 1,-19-1</inkml:trace>
  <inkml:trace contextRef="#ctx0" brushRef="#br0" timeOffset="10724.8082">23775 6009</inkml:trace>
  <inkml:trace contextRef="#ctx0" brushRef="#br0" timeOffset="23506.9639">2902 6381,'0'-19,"19"19,-1-18,1 18,0 0,-1 0,1 0,-1 0,1 0</inkml:trace>
  <inkml:trace contextRef="#ctx0" brushRef="#br0" timeOffset="26316.0565">5990 6251,'38'0,"-1"0,0 0,37-19,1 1,-19-1,-19 0,-19 19,20 0,-20 0,1 0,-19-18</inkml:trace>
  <inkml:trace contextRef="#ctx0" brushRef="#br0" timeOffset="27604.1133">6195 6065,'-19'0,"1"18,-1 1,1 0,18-1,-19-18,0 19,1-1,18 1,-19-19,1 19,18-1,-19-18,0 19,19-1,-18-18,-1 0,19 19,0 0,37-1,-18-18,0 19,18-19,0 0,19 0,0 0,18 0,-18 0,0 0,-19 0,-19 0,1 0</inkml:trace>
  <inkml:trace contextRef="#ctx0" brushRef="#br0" timeOffset="29883.2031">12446 3777,'0'37,"18"74,20 20,-20-1,1 0,-1-37,-18 0,0-19,0-55,0 0,0-1</inkml:trace>
  <inkml:trace contextRef="#ctx0" brushRef="#br0" timeOffset="30822.3669">12390 6530,'19'0,"18"0,-19 0,20 37,-20-18,1-1,-1 1,1-1,-19 1,0 0,0-1,0 19,0-18,0 0,0 18,0-19,-19 20,19-20,-18-18,18 19,0 0,0-1,0 1,37 18,0-18,0-1,38-18,-1 0,1 0,-38 0,0-37,-18 18,-1 19,-36 38</inkml:trace>
  <inkml:trace contextRef="#ctx0" brushRef="#br0" timeOffset="32073.7283">12520 9079,'0'-19,"0"0,56 1,0-1,-19 19,-18 0,-1 0,1 0,-1 0,-18 37,0-18,0 0,-18 18,-1-19,19 1,0 0,0-1,0 1,37-1,19 20,-37-20,18 1,-37-1,37-18,-18 19,-1 0,1-19,-19 18,0 1,-19-1,1 20,-57-20,38 19,19-18,-38 18,19-37,18 19,0-1,1-18,-1 0,19 19,19 0,-1-1</inkml:trace>
  <inkml:trace contextRef="#ctx0" brushRef="#br0" timeOffset="39835.962">15069 8744,'0'-19,"18"0,20 1,-20-1,19 1,-18-1,0 19,-1-19,1 1,-1 18,1 0,-19-19,19 19,-19-18,18 18,1 0,0 0,-19-19,18 19,1 0,-1 0,1 0,0 0,-1 0,1 0,-1 0,-18 19,0-1,0 1,0-1,0 1,0 0</inkml:trace>
  <inkml:trace contextRef="#ctx0" brushRef="#br0" timeOffset="66103.3112">23812 11050,'0'-18,"-18"18,-1 0,1-19,18 38,0 18,18-18,19 18,1-18,-20-19,1 18,18-18,-18 0,-1 0,1-18,-19-20,0 20,0-1,0-18,0 18,0 1,0-1,-19 19,1 0,-1 0,1 0,-1 0,0 0,1 19,-1-19,19 18,0 1,0-1,0 1,19-19,-1-19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9-11T09:16:18.0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6921 3367</inkml:trace>
  <inkml:trace contextRef="#ctx0" brushRef="#br0" timeOffset="1608.1987">9358 3367,'0'0</inkml:trace>
  <inkml:trace contextRef="#ctx0" brushRef="#br0" timeOffset="2700.3253">11813 3237</inkml:trace>
  <inkml:trace contextRef="#ctx0" brushRef="#br0" timeOffset="3641.4183">14176 3311</inkml:trace>
  <inkml:trace contextRef="#ctx0" brushRef="#br0" timeOffset="5287.7486">16594 3386,'0'-19</inkml:trace>
  <inkml:trace contextRef="#ctx0" brushRef="#br0" timeOffset="6430.6989">18976 3330</inkml:trace>
  <inkml:trace contextRef="#ctx0" brushRef="#br0" timeOffset="7579.642">21320 3367</inkml:trace>
  <inkml:trace contextRef="#ctx0" brushRef="#br0" timeOffset="8437.7014">23775 3311</inkml:trace>
  <inkml:trace contextRef="#ctx0" brushRef="#br0" timeOffset="21752.1033">3628 5600,'0'37,"0"-19,0 1,0 18,0 0,18 1,-18 18,0-1,0 20,0 36,-18-73,-1-1,0-19,19 20,-18-38,18 37,-19-19,19 1,19-19,18 0,19 0,37 0,0-19,19-18,18-19,-37-18,-56 37,0-19,-37 37,0 1,0-19,0 18,0 0,0-18,-18 19,18-1,-19 38,19 55,-19 38,1-1,-1-18,19 37,0 1,19-38,-1 18,-18-92,0 18,0-18,0-57,0 20,-18-19,-1 18,-18-18,18 0,19 18</inkml:trace>
  <inkml:trace contextRef="#ctx0" brushRef="#br0" timeOffset="22915.105">4818 5730,'0'-19,"0"1,-37 18,0-19,18 19,1 0,-20 0,20 0,-1 0,-18 0,37 19,-19-19,19 18,0 19,0-18,0 0,0-1,0 38,0-37,19 18,18 0,0 19,1-37,-20 18,1-37,18 18,-18 1,-1-19,1 0,0 0,-1 0,-18 37,37-37,-37 19,38-1,-20 20,1-38,-19 18,-19 1,1-19,-1 0,0 0,1 0,-19 0,18 0,0 0,-18-19,18 19,1-37,-1 18,1 1,-1-1,0-18,19 18,0 1,0-1,0 1,0-20,0 20,0-1,19-18,0 18,18 1,-19-1,1-18,18 18,-18 1,0 18</inkml:trace>
  <inkml:trace contextRef="#ctx0" brushRef="#br0" timeOffset="24251.1303">6307 6176,'0'19,"18"0,38 18,56 0,-19-18,-38-1,-17-18,-20 0,1 0,-19-18,-19 18,1 0,-20 0,20 0,-1 0,-18 0,18 0,-18 0,56 0,18 18,-18-18,-1 0,1 0,18 0,-56 0,1 0,-19 0,18 0,38 0,-1 0,1 0,-1 0</inkml:trace>
  <inkml:trace contextRef="#ctx0" brushRef="#br0" timeOffset="139899.1312">12929 4167</inkml:trace>
  <inkml:trace contextRef="#ctx0" brushRef="#br0" timeOffset="141456.4896">8651 6009</inkml:trace>
  <inkml:trace contextRef="#ctx0" brushRef="#br0" timeOffset="149862.308">5116 4279</inkml:trace>
  <inkml:trace contextRef="#ctx0" brushRef="#br0" timeOffset="151921.3081">8967 6065</inkml:trace>
  <inkml:trace contextRef="#ctx0" brushRef="#br0" timeOffset="159379.4716">6344 4130</inkml:trace>
  <inkml:trace contextRef="#ctx0" brushRef="#br0" timeOffset="160515.8452">9227 5935,'19'18,"18"112,19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9-11T09:21:12.5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21506 4130,'0'19,"0"18,0-19,0 1,0 18,0-18,0-1,0 20,0-20,0 19,0-18,0 18,0-18,0-1,0 1,18 18,-18-18,0-1,0 1,0-38,0 1,0-1,-18-18</inkml:trace>
  <inkml:trace contextRef="#ctx0" brushRef="#br0" timeOffset="1236.0468">21543 4111,'0'19,"0"0,0-1,-19 1,19-1,-18 1,18 0,-19-1,19 1,0-1,-19-18,19 19,-18 18,-19-37,18 37,0-18,19 0,-18-19,-1 0,38 0,-19-19,18 19,-18-19,19-18,0 19,-19-1,18 0,1 1</inkml:trace>
  <inkml:trace contextRef="#ctx0" brushRef="#br0" timeOffset="2413.5982">21543 4204,'0'19,"18"-19,1 19,0-1,18 1,-19-1,20 1,-20 0,1-19,-19 18,19-18</inkml:trace>
  <inkml:trace contextRef="#ctx0" brushRef="#br0" timeOffset="3578.9606">21710 4614,'0'18,"0"1,0-1,19-18,0 0,-1 0,38-18,-19 18,19-19,-37 1,-1 18,19 0,-18 0,0 0,-38 18,0 1,1-1,-1 1,-18 0,18-19,1 37,-19-19,18 1,-18 0,18-19,1 0,-1 18,0 1,1-19,18-19,0 1</inkml:trace>
  <inkml:trace contextRef="#ctx0" brushRef="#br0" timeOffset="4267.1022">21785 4614,'0'-19,"18"0,1-18,18 19,0-1,-18-18,18 18,-18 19,-19-18</inkml:trace>
  <inkml:trace contextRef="#ctx0" brushRef="#br0" timeOffset="5866.7268">22250 4465,'-19'0,"1"0,-1 18,0-18,19 19,-37-19,37 19,-18-1,18 1,-19-1,19 1,0 0,0-1,0 1,19-19,-1 0,1 0,18 18,0-18,-18 0,-1 0,1 0,-19 19,-19 0,1-1,-19-18,37 19,-19-19,0 0,1 0,-1 18,1-18,-1 0,0 0,19-18,-18 18,18-19,0 1,0-1,0 0,0-18,18 37,1-18,0-20,-1 20,19-1,-18 1,18-20,-18 20,18-19,-18 18,-19 0,18 19,-18-18,-18 36</inkml:trace>
  <inkml:trace contextRef="#ctx0" brushRef="#br0" timeOffset="77326.3182">18920 4167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9-14T06:50:00.9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18790 7739,'0'37,"0"0,0 1,0 36,0 1,0 18,0 18,0-36,0-1,0 0,0-36,0-1,0 19,0-38,0 1,0-1,0 1,0 37,0-19,0 37,0 1,0-19,0-1,0-17,0-20,0 1,0 0,0-1,0 1,0-1,0 1,0 37,0 0,0-19,0 0,0 19,0-38,0 20,0-20,0 19,0-18,0 0,0-1,0 1,0 18,0 19,0 0,0-19,0 19,0-1,0-17,0-1,0 0,0-18,0 37,0-38,0 1,0-1,0 1,0 18,0 19,0-19,0 0,0 1,0-1,0-19,0 20,0-20,0 1,0-1,0 1,0 0,0 18,0-19,0 20,0-20,0 1,0-1,0 1,0 0,0-1,0 1,0-1,0 1,0 0,0 36,0-36,0 18,0-18,0 18,0 0,0-18,0 18,0-18,0-1,0 20,0-20,0 1,0-1,0 1,0 0,0-1,0 1,0-1,0 1,0 0,0-1,0 1,0-1,0 1,0 0,0-1,0 1,0-1</inkml:trace>
  <inkml:trace contextRef="#ctx0" brushRef="#br0" timeOffset="9620.0496">18790 7720,'37'0,"0"0,37 0,19 0,19 0,0 0,-1 0,-36 0,-1 0,0 0,-18 0,-18 0,-20 0,19 0,1 0,17 19,1-19,19 0,-20 0,38 19,-37-19,-19 0,19 0,-37 0,18 0,-18 0,18 0,-19 0,20 0,-1 0,37 0,-18 0,19 0,18 0,-19 0,-18 0,0 0,-19 0,19 0,-38 0,1 0,18 0,-18 0,18 0,19 0,18 0,0 0,1 0,36 0,-55 0,19 0,-19 0,-19 0,0 0,-18 0,18-19,-19 19,1 0,0 0,18 0,19 0,37 0,18 0,19-19,-37 1,19 18,-19-19,-19 19,-18-18,0-1,-19 19,1 0,-20 0,1 0,-1 0,1 0,18 0,0 0,38 0,18 0,-19 0,1 0,-1 0,-18 0,0 0,-1 0,-17 0,-1 0,-19 0,1 0,0 0,-1 0,1 0,18 0,19 0,0 0,0-19,-1 19,1-18,-19 18,-18-19,0 19,-1 0,1-18,-1 18,-18 18,0 1,0-1,0 20,0-20,0 19,0-18,0 37,0-19,0-18,0 18,0-19,0 38,0-37,0 0,0-1,0 19,0-18,0 0,0-1,0 19,19 19,-19 0,0 0,19 0,-1-1,1-17,-19-1,0 0,18-18,-18-1,0 1,0 18,0-18,0-1,0 19,0 1,0-1,0 0,0 0,0 0,0 1,0-1,0 0,0 0,0 1,0-1,0 19,0-1,19 1,-19 0,19 18,-1 1,1 36,-1-55,1 0,-19-19,19 19,-19-37,0-1,0 1,0 18,0 0,0 19,0 0,0 18,0 1,0 18,0-37,0 18,0-18,0-19,0 0,0-18,0-1,0 1,0 0,0 36,0-17,0-1,0 19,0-1,0 1,0-19,0 1,0-1,0 19,0-19,0-18,0-1,0 1,0-1,0 1</inkml:trace>
  <inkml:trace contextRef="#ctx0" brushRef="#br0" timeOffset="34750.9621">18604 7739,'-19'0,"-18"0,-1 0,-17 0,17 0,-17 19,-1-19,19 0,-1 0,-17 18,17-18,-17 0,17 0,-17 0,36 0,-18 0,0 0,-1 0,20 0,-1 0,1 0,-1 0,0 0,1 0,-19 0,18 19,0-19,1 0,-19 18,37 1,-19-19,0 0,19 19,-37-19,19 18,-1-18,0 19,1-19,-1 0,19 18,0 1,0 0,0 18,0 0,0 0,0 1,0-1,0 19,0-1,0 20,0-19,0-1,0 1,0 0,0-19,0-18,0 37,0-19,0-19,0 1,0 18,0-18,0-1,0 1,0 0,0 18,0 19,0-1,0 20,0-1,0-18,0 0,0 18,0-18,0 0,0-19,0 0,0 1,0-20,0 1,0-1,0 1,0 18,0 0,0 1,0 17,0-17,0 17,0 1,0 0,0 0,0 0,0 0,0-19,0 0,0 0,0-18,0-1,0 1,0 18,0 0,0 1,0 17,0-17,0 17,0 1,0 19,0-38,0 19,0-1,0-17,0-20,0 19,0-18,0 0,0-1,0 1,0-1,0 1,0 37,0-19,0 0,19 1,-1-1,-18 0,0 0,0-18,0-1,19 1</inkml:trace>
  <inkml:trace contextRef="#ctx0" brushRef="#br0" timeOffset="39649.9614">18287 8372,'-18'0,"-1"-19,0 19,1 0,-1-19,1 19,-1 0,0 0,1 0,-1 0,1 0,-1 0,0 0,1 0,-1 0,1 0,18 19,0 0,-19-1,19 1,0-1,0 1,0 0,0-1,0 1,-19-1,19 1,0 0,0-1,0 1,0-1,0 1,0 0,0-1,0 1,19-19,-19 18,19-18,-1 0,1 0,-1 0,1 0,0 0,-1 0,1 0,-1 0,1 0,0 0,-19 19,18-19,1 0,-1 0,1 0,0 0,-1 0,1 0,-1 0,1 0,-19-19,0 1,0-1,0 1,0-20,0 20,0-1,0 1,0-1,0 0,0 1,0-1,0 1,-19-1,19 0,0 1,0-1</inkml:trace>
  <inkml:trace contextRef="#ctx0" brushRef="#br0" timeOffset="47933.966">19441 8372,'-19'0,"0"-19,1 19,-1 0,1 0,-1 0,0 0,1 0,-1 0,1 0,-1 0,0 0,1 19,18-1,-19-18,19 19,-18-1,18 1,0 0,-19-19,19 18,0 1,0-1,0 1,0 0,0 18,0-19,0 1,0 0,0-1,0 1,0-1,19 1,-19 0,18-19,1 0,-19 18,18-18,1 0,0 0,-1 0,1 19,-1-19,1 0,0 0,-1 0,1 18,-1-18,1 0,0 0,-1 0,1 0,-1 0,1 0,0 0,-1 0,-18-18,0-1,0-18,0 18,0 1,0-1,0 1,0-1,0 0,0 1,0-1,0 1,0-1,0 0,0 1,0-1,0 1,-18-1,-1 19,19-19,-19 19,19-18,0-1,-18 19,18-18,0-1,-19 19</inkml:trace>
  <inkml:trace contextRef="#ctx0" brushRef="#br0" timeOffset="54741.9612">18027 9209,'18'0,"1"0,0 0,-1 0,1 0,-1 0,1 0,0 0,-1 0,1 0,-1 0,-18-19,19 19,-19-18,19 18,-1-19,1 0,-19 1,0-1,18 19,-18-18,0-1,0 0,0 1,0-1,0 0,0 1,0-1,0 1,-18 18,18-19,-19 19,19-19,-18 1,18-1,-19 19,0 0,1-18,-1 18,19-19,-18 19,-1 0,0 0,1 0,-1-19,1 19,-1 0,0 0,1 0,-1 0,1 0,-1 0,19 19,-19-19,19 19,-18-19,-1 18,19 1,0-1,0 1,0 0,0-1,0 1,0-1,0 20,0-20,19-18,-19 19,0 0,0-1,18-18,-18 19,19-1,-19 1,19-19,-1 19,1-19,-19 18,18-18,1 0,-19 19,19-19,-19 18,18-18</inkml:trace>
  <inkml:trace contextRef="#ctx0" brushRef="#br0" timeOffset="64578.9629">18269 9674,'0'-19,"-19"19,0 0,19-18,-18 18,-1-19,1 19,-1 0,0 0,1 0,-1 0,1 0,-1 0,0 0,1 0,-19 0,18 0,0 0,1 0,-1 0,1 0,-1 0,0 0,1 19,-1-19,19 18,-18-18,18 19,0-1,-19 1,19 0,0-1,0 1,0-1,0 1,0 0,0-1,0 1,0-1,0 1,0 0,0-1,0 1,19-19,-19 18,18 1,-18 0,19-1,-1-18,1 19,0-19,-19 19,18-19,1 0,-1 0,-18 18,19-18,-19 19,19-19,-1 0,1 0,-1 0,1 18,0-18,-1 0,1 0,-1 0,1 0,0 0,-1 0,1 0,-1 0,1 0,0 0,-19-18,18-1,1 1,-1-1,-18 0,0 1,19 18,-19-19,0 0,0 1,19-1,-19 1,0-20,0 20,0-1,0 1,0-1,0 0,0 1,0-1,0 1,-19 18,19-19,-19 19,19-19,-18 1,18-1,-19 19</inkml:trace>
  <inkml:trace contextRef="#ctx0" brushRef="#br0" timeOffset="68762.9589">18957 10027,'19'0,"-1"0,1 0,-1 0,1 0,0 0,-1 0,38 0,-37 0,18 0,0 0,-18 0,36 0,-17 0,-1 0,-19 0,1 0,18 0,-18 0,-1 0,1 0,0 0,-1 0,1 0,-1 0,-18-18,0-1,0 0,0 1,0-1,0 1,0-1,0 0,0 1,0-19,0 18,0 0,0 1,0-1,0 1,-18 18,18-19,-19 19,19-19,-18 19,-1-18,0 18,1 0,-1 0,1-19,-1 19,0 0,-18 0,19 0,-1 0,0 0,1 0,-1 0,1 0,-1 0,0 0,-18 0,0-18,18 18,1 0,-1 0,1 0,-1 0,-18 0,18 0,1 0,18 18,-19-18,0 19,1-19,18 18,0 1,-19-19,19 37,0-18,0-1,0 1,0 0,0-1,0 1,0-1,0 1,0 0,0-1,0 1,0-1,0 1,0 0,0-1,0 1,19-19,-19 19,0-1</inkml:trace>
  <inkml:trace contextRef="#ctx0" brushRef="#br0" timeOffset="71675.9616">17785 10306</inkml:trace>
  <inkml:trace contextRef="#ctx0" brushRef="#br0" timeOffset="73126.962">17748 10734</inkml:trace>
  <inkml:trace contextRef="#ctx0" brushRef="#br0" timeOffset="75557.9613">17748 11199</inkml:trace>
  <inkml:trace contextRef="#ctx0" brushRef="#br0" timeOffset="84489.9639">23645 10902,'0'0,"-19"0,19 18,-18-18,-1 19,1-19,18 18,0 1,-19 0,19-1,0 1,0-1,0 1,0 0,0-1,-19 1,19 0,0-1,0 1,0-1,0 1,0 0,0-1,0 1,0-1,0 1,0 0,0-1,0 1,0-1,0 1,38-19,-20 0,19 19,1-1,-20-18,1 0,37 19,-38-19,1 0,18 0,-18 0,-1 0,1 0,0 0,-19 18,37-18,-19 0,1 0,0 0,-1 0,1 0,-1 0,1 0,0 0,-1 0,-18-18,0-19,0 18,0 0,19-18,-19 19,0-1,0 0,0 1,0-1,0 1,0-1,0 0,0 1,0-1,0 1,0-1,-19 19,19-19,0 1,-18-1,-1 19,0-19,1 19,18-18,-19 18,19-19,-37 19,37-18,-19 18,1 0,-1 0,1 0,18-19,-19 19,0 0,1 0,-1 0,19-19,-19 19,1 0,-1-18,1 18,-1 0,0 0,1 0,-1 0,1-19</inkml:trace>
  <inkml:trace contextRef="#ctx0" brushRef="#br0" timeOffset="94950.9612">19255 8837,'-19'0,"0"0,1 0,-1 0,19 18,-18-18,18 19,-19-19,19 18,0 1,0 0,0-1,0 1,0-1,0 1,0 0,0-1,0 1,0 0,19-19,-19 18,18-18,1 0,-1 19,1-19,0 0,-19 18,18-18,1 19,-1-19,1 0,0 0,-19 19,18-19,1 0,-1 0,1 0,0 0,-1 0,1 0,-1 0,1 0,0-19,-19 0,0 1,0-1,0 1,0-1,0 0,0-18,0 18,0 1,0-1,0 1,-19 18,19-19,-19 19,19-19,-18 19,-1-18,1-1,-1 19,0-18,1 18,-1 0,1 0,-1 0,0 0,1 0,-1 0,1 0,-1-19,0 19,1 0</inkml:trace>
  <inkml:trace contextRef="#ctx0" brushRef="#br0" timeOffset="121779.961">19124 10139,'-18'0,"-1"0,1 0,-1 0,0 0,19 19,0-1,0 19,0-18,0 0,0-1,0 1,0-1,0 1,0 0,0-1,0 1,0-1,0 1,0 0,0-1,0 1,0-1,38-18,-20 0,1 19,18-19,19 0,-38 0,20 19,-20-19,19 0,1 0,-20 0,1 0,18 0,-18 0,-1 0,1 0,-1 0,1 0,0 0,-1 0,1 0,-1 0,1 0,0-19,-1 19,-18-19,0 1,0-1,0 1,0-1,0-18,-18 18,-1 1,0-1,19 0,-18 19,-1 0,1-18,-1-1,-18 1,37-1,-37 19,37-19,-19 19,0-18,19-1,-37 19,37-18,-18 18,-1-19,0 19,1 0,18-19,-19 19,1-18,-1 18,0 0,1 0,-1 0,1 0,18-19,-19 19,0 0,1 0,-1 0,1 0</inkml:trace>
  <inkml:trace contextRef="#ctx0" brushRef="#br0" timeOffset="124068.962">19273 10864</inkml:trace>
  <inkml:trace contextRef="#ctx0" brushRef="#br0" timeOffset="125519.1287">19199 11460</inkml:trace>
  <inkml:trace contextRef="#ctx0" brushRef="#br0" timeOffset="148969.6452">15515 10641,'0'-18,"0"-20,0-17,38 17,-20-17,38-38,0 18,0 1,37-38,0 0,-19 38,0 0,1 18,-19 0,-19 37,0 1,19-1,-19 1,-18-1,18 0,-18 19,-1 0,1 0,-1 0,1 0,0 19,-19 0,37-1,-37 19,18 1,1 36,0-18,-19-19,0 19,0-19,0 19,0 0,0-19,0 0,0 19,0-37,0 18,0 0,0-18,-19 18,19-19,0 20,-19-1,1-19,18 20,-19-1,19 0,0-18,0-1,0 1,0-1,-18-18,18 19,0 0,0-1,0 1,-19-1,19 1,0 0,0-1,-19 19,19-18,0 18,0-18,0-1,-18 1,18 0,0 18,0 0,0 0,-19 19,19-19,-18 1,-1-1,19 0,0-18,-19 18,19-19,0 1,0 0</inkml:trace>
  <inkml:trace contextRef="#ctx0" brushRef="#br0" timeOffset="150866.6481">16222 11162,'0'19,"0"18,19-18,-1-1,-18 1,0-1,19 1,-19 0,19-1,-1 19,-18-18,0 0,0 18,19-19,-19 1,0 0,0-1,0 1,18-1,-18 1,0 0,0-1,19-18,18 0,-18 0,0-18,-1 18,1-19,-1 0,1 1,0-1,-1 19,-18-18,19-1,-19 0,18 19,1-18,-19-1,19 19,-1-18,1-1,-19 0,18 1,1 18,-19-19,19-18,-19 0,18 18,1 1,-1-20,1 38,-19-37,0 19,19 18</inkml:trace>
  <inkml:trace contextRef="#ctx0" brushRef="#br0" timeOffset="152813.6495">15925 8985,'0'19,"0"18,0-18,0 18,0 19,0-19,0-18,0-1,0 1,0 0,0-1</inkml:trace>
  <inkml:trace contextRef="#ctx0" brushRef="#br0" timeOffset="153907.6466">15925 8911,'18'0,"1"-19,37 1,-19 18,0-37,0 37,0-19,1 0,-20 19,1 0</inkml:trace>
  <inkml:trace contextRef="#ctx0" brushRef="#br0" timeOffset="155066.6463">15943 9134,'19'-18,"-1"18,1-19,18 1,-18 18,18-19,-18 0,-1 19,19-18,-18-1,0 19,18 0,-19-19,1 19,-19-18,19 18,-1 0,1 0</inkml:trace>
  <inkml:trace contextRef="#ctx0" brushRef="#br0" timeOffset="156643.6448">15925 9320,'18'0,"1"-18,-1 18,1-19,0 19,-1-18,1-1,18 19,-18 0,-1-19,19 1,-18 18,0 0,18-19,-19 19,1-18,0 18,-1 0,1 0,-19-19,18 19,1 0,0 0,-1 0,-18-19</inkml:trace>
  <inkml:trace contextRef="#ctx0" brushRef="#br0" timeOffset="159913.6493">13599 10009,'19'0,"18"0,-18 0,18 0,-19 0,1 0,0 0,-19 18,0 1,0 0,0-1,0 1,0-1,-19-18,19 19,-19-19,19 19,-18-19,18 18,37-18,-18 0,-1 0,19 0,1 0,-20 0,19 0,-18 0,0 0,-19 19,0-1,0 1,-19-19,19 19,-37-19,0 0,18 18,0-18,1 0,-38 0,37 0,1 0,-19 19,18-19,0 0,1 0,-1 0,1 0,-1 18,0-18,1 0,-1 0,1 0</inkml:trace>
  <inkml:trace contextRef="#ctx0" brushRef="#br0" timeOffset="162764.6513">14027 9971,'19'0,"-1"0,1 0,-1 0,1 0,0 0,-1 0,1 0,-1 0,1 0,-19 19,0 0,0-1,0 1,0 0,0-1,0 1,0-1,-19 1,19 0,-18-19,18 18,18-18,1 0,18 0,-18 0,-1 0,1 0,0 0,-1 0,20 0,-20 0,1 0,-1 0,20 0,-20 0,1 0,-1 0,1 0,0 0,-1 0</inkml:trace>
  <inkml:trace contextRef="#ctx0" brushRef="#br0" timeOffset="166300.7075">14994 12409,'0'18,"0"19,0 1,0-1,0 19,0-1,0-17,19-1,-19 0,0-18,0-1,0 1,19-19,-1 0,1 0,18 0,-18-19,18 19,-19-18,1-1,0 0,-1 19,1 0,-19-18,0-1,0 1,0-1,0 0,-19 19,19-18,-18 18,18 18,0 20,0-1,0 0,0 19,18-19,1 37,-19-36,0-20,0 1,18 18,-18-18</inkml:trace>
  <inkml:trace contextRef="#ctx0" brushRef="#br0" timeOffset="169571.7101">15571 12520,'0'-18,"0"-1,0 0,0 1,0-1,0 1,0-1,0 0,-18 19,18-18,-19 18,0 0,1 0,-1 0,1 0,-1 0,0 18,1 20,18-20,0 1,0-1,0 1,0 0,0-1,18-18,1 0,0 19,18-19,-19 0,1 18,18-18,0 0,-18 0,0 19,18-19,-19 19,1-19,0 0,-1 18,1-18,-1 19,1-1,0-18,-19 19,18-19,-18 19,0-1,0 1,-18-19,-1 0,0 0,-18 0,19 0,-1 0,0 0,1 0,-1 0,1 0,-1 0,0 0,1-19,18 1,0-1,0 0,0 1,-19 18,19-19,0 1,0-1,-18 19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FB798-CC45-4214-B971-7B50AC6EB08C}" type="datetimeFigureOut">
              <a:rPr lang="en-US" smtClean="0"/>
              <a:t>14-Sep-20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BC4AA-C1A2-4C9D-B02A-21073A605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21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4BC4AA-C1A2-4C9D-B02A-21073A60587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14-Sep-20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14-Sep-20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14-Sep-20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14-Sep-20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14-Sep-20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14-Sep-20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14-Sep-20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14-Sep-20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14-Sep-20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14-Sep-20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14-Sep-20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14-Sep-20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customXml" Target="../ink/ink2.xml"/><Relationship Id="rId4" Type="http://schemas.openxmlformats.org/officeDocument/2006/relationships/image" Target="../media/image10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customXml" Target="../ink/ink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Encryption Standard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Stream Ciphers, Block Ciphers, Feistal Cipher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24355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Stream Ciphers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stream cipher </a:t>
            </a:r>
            <a:r>
              <a:rPr lang="en-US" dirty="0"/>
              <a:t>is one that encrypts a digital data stream one bit or one byte </a:t>
            </a:r>
            <a:r>
              <a:rPr lang="en-US" dirty="0" smtClean="0"/>
              <a:t>at a time</a:t>
            </a:r>
          </a:p>
          <a:p>
            <a:r>
              <a:rPr lang="en-US" dirty="0" smtClean="0"/>
              <a:t>The bit-stream must be generated algorithmically</a:t>
            </a:r>
          </a:p>
          <a:p>
            <a:r>
              <a:rPr lang="en-US" dirty="0" smtClean="0"/>
              <a:t>The algorithms works with a common key</a:t>
            </a:r>
          </a:p>
          <a:p>
            <a:r>
              <a:rPr lang="en-US" dirty="0" smtClean="0"/>
              <a:t>As long as the key is unique and random, stream ciphers are unbreakable</a:t>
            </a:r>
          </a:p>
          <a:p>
            <a:r>
              <a:rPr lang="en-US" dirty="0" smtClean="0"/>
              <a:t>Vignere and Vernam ciphers are examples of Stream Ciphers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610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Stream Cipher Model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062038"/>
            <a:ext cx="7886700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171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Ciphers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block cipher </a:t>
            </a:r>
            <a:r>
              <a:rPr lang="en-US" dirty="0"/>
              <a:t>is one in which a block of plaintext is treated as a </a:t>
            </a:r>
            <a:r>
              <a:rPr lang="en-US" dirty="0" smtClean="0"/>
              <a:t>whole and </a:t>
            </a:r>
            <a:r>
              <a:rPr lang="en-US" dirty="0"/>
              <a:t>used to produce a ciphertext block of equal </a:t>
            </a:r>
            <a:r>
              <a:rPr lang="en-US" dirty="0" smtClean="0"/>
              <a:t>length</a:t>
            </a:r>
          </a:p>
          <a:p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block size </a:t>
            </a:r>
            <a:r>
              <a:rPr lang="en-US" dirty="0" smtClean="0"/>
              <a:t>of 64 </a:t>
            </a:r>
            <a:r>
              <a:rPr lang="en-US" dirty="0"/>
              <a:t>or 128 bits is </a:t>
            </a:r>
            <a:r>
              <a:rPr lang="en-US" dirty="0" smtClean="0"/>
              <a:t>used</a:t>
            </a:r>
          </a:p>
          <a:p>
            <a:r>
              <a:rPr lang="en-US" dirty="0" smtClean="0"/>
              <a:t>Using </a:t>
            </a:r>
            <a:r>
              <a:rPr lang="en-US" b="1" dirty="0" smtClean="0"/>
              <a:t>Block Cipher Modes of Operation </a:t>
            </a:r>
            <a:r>
              <a:rPr lang="en-US" dirty="0" smtClean="0"/>
              <a:t>a block cipher can be as strong as a </a:t>
            </a:r>
            <a:r>
              <a:rPr lang="en-US" dirty="0"/>
              <a:t>S</a:t>
            </a:r>
            <a:r>
              <a:rPr lang="en-US" dirty="0" smtClean="0"/>
              <a:t>tream Cipher</a:t>
            </a:r>
          </a:p>
          <a:p>
            <a:r>
              <a:rPr lang="en-US" dirty="0" smtClean="0"/>
              <a:t>Block Ciphers are applicable </a:t>
            </a:r>
            <a:r>
              <a:rPr lang="en-US" dirty="0"/>
              <a:t>to a broader range of applications than stream </a:t>
            </a:r>
            <a:r>
              <a:rPr lang="en-US" dirty="0" smtClean="0"/>
              <a:t>ciphers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77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Cipher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733550"/>
            <a:ext cx="6229350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270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 for Feistal Cipher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295399"/>
          </a:xfrm>
        </p:spPr>
        <p:txBody>
          <a:bodyPr/>
          <a:lstStyle/>
          <a:p>
            <a:r>
              <a:rPr lang="en-US" dirty="0" smtClean="0"/>
              <a:t>For a block of length n, 2</a:t>
            </a:r>
            <a:r>
              <a:rPr lang="en-US" baseline="30000" dirty="0" smtClean="0"/>
              <a:t>n</a:t>
            </a:r>
            <a:r>
              <a:rPr lang="en-US" dirty="0" smtClean="0"/>
              <a:t> possible plaintexts can be seen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813339"/>
            <a:ext cx="8201025" cy="231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851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 to 16 bit encoder-decoder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971550"/>
            <a:ext cx="5381625" cy="408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0518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Encryption and Decryption Tables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047750"/>
            <a:ext cx="5000625" cy="407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487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mappings are similar to substitution ciphers</a:t>
            </a:r>
          </a:p>
          <a:p>
            <a:r>
              <a:rPr lang="en-US" dirty="0" smtClean="0"/>
              <a:t>That leaves a possibility of cryptanalysis attack</a:t>
            </a:r>
          </a:p>
          <a:p>
            <a:r>
              <a:rPr lang="en-US" dirty="0" smtClean="0"/>
              <a:t>The cryptanalysis can be prevented with large block sizes</a:t>
            </a:r>
          </a:p>
          <a:p>
            <a:r>
              <a:rPr lang="en-US" dirty="0" smtClean="0"/>
              <a:t>The substitution must be arbitrarily reverse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1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But arbitrary reversible and large block size together are impractical to achieve</a:t>
            </a:r>
          </a:p>
          <a:p>
            <a:r>
              <a:rPr lang="en-US" dirty="0" smtClean="0"/>
              <a:t>Why?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041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 smtClean="0"/>
              <a:t>key length = n x 2</a:t>
            </a:r>
            <a:r>
              <a:rPr lang="en-US" baseline="30000" dirty="0" smtClean="0"/>
              <a:t>n</a:t>
            </a:r>
            <a:r>
              <a:rPr lang="en-US" dirty="0"/>
              <a:t> 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		= 4 x 2</a:t>
            </a:r>
            <a:r>
              <a:rPr lang="en-US" baseline="30000" dirty="0" smtClean="0"/>
              <a:t>4</a:t>
            </a:r>
            <a:r>
              <a:rPr lang="en-US" dirty="0" smtClean="0"/>
              <a:t>  </a:t>
            </a:r>
          </a:p>
          <a:p>
            <a:pPr marL="0" indent="0" algn="ctr">
              <a:buNone/>
            </a:pPr>
            <a:r>
              <a:rPr lang="en-US" dirty="0" smtClean="0"/>
              <a:t>		  = 64 bits  </a:t>
            </a:r>
          </a:p>
          <a:p>
            <a:pPr marL="0" indent="0" algn="ctr">
              <a:buNone/>
            </a:pPr>
            <a:r>
              <a:rPr lang="en-US" dirty="0" smtClean="0"/>
              <a:t>where n is the length of the block</a:t>
            </a:r>
          </a:p>
          <a:p>
            <a:pPr marL="0" indent="0" algn="ctr">
              <a:buNone/>
            </a:pPr>
            <a:r>
              <a:rPr lang="en-US" dirty="0" smtClean="0"/>
              <a:t>If block length is 64, then key length will be </a:t>
            </a:r>
          </a:p>
          <a:p>
            <a:pPr marL="0" indent="0" algn="ctr">
              <a:buNone/>
            </a:pPr>
            <a:r>
              <a:rPr lang="en-US" dirty="0" smtClean="0"/>
              <a:t>64 x 2</a:t>
            </a:r>
            <a:r>
              <a:rPr lang="en-US" baseline="30000" dirty="0" smtClean="0"/>
              <a:t>64</a:t>
            </a:r>
            <a:r>
              <a:rPr lang="en-US" dirty="0" smtClean="0"/>
              <a:t> = 10</a:t>
            </a:r>
            <a:r>
              <a:rPr lang="en-US" baseline="30000" dirty="0" smtClean="0"/>
              <a:t>21</a:t>
            </a:r>
            <a:r>
              <a:rPr lang="en-US" dirty="0" smtClean="0"/>
              <a:t>  bits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69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If the block size is small, attacks are easy</a:t>
            </a:r>
          </a:p>
          <a:p>
            <a:r>
              <a:rPr lang="en-US" dirty="0" smtClean="0"/>
              <a:t>But if we increase block size, key size increases in the order of nx2</a:t>
            </a:r>
            <a:r>
              <a:rPr lang="en-US" baseline="30000" dirty="0" smtClean="0"/>
              <a:t>n</a:t>
            </a:r>
            <a:r>
              <a:rPr lang="en-US" dirty="0" smtClean="0"/>
              <a:t>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Key size must be as minimal as possible for performance </a:t>
            </a:r>
          </a:p>
          <a:p>
            <a:r>
              <a:rPr lang="en-US" dirty="0" smtClean="0"/>
              <a:t>Block Ciphers are substitution Ciphers</a:t>
            </a:r>
          </a:p>
          <a:p>
            <a:r>
              <a:rPr lang="en-US" dirty="0" smtClean="0"/>
              <a:t>Some substitutions are irreversible</a:t>
            </a:r>
          </a:p>
          <a:p>
            <a:r>
              <a:rPr lang="en-US" dirty="0" smtClean="0"/>
              <a:t>We want only </a:t>
            </a:r>
            <a:r>
              <a:rPr lang="en-US" dirty="0" smtClean="0">
                <a:solidFill>
                  <a:srgbClr val="FF0000"/>
                </a:solidFill>
              </a:rPr>
              <a:t>reversible substitutions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57448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9600" dirty="0" smtClean="0"/>
              <a:t>So, Feistal came to a conclusion that we need to have a key of length k, block size n, and a total of only 2</a:t>
            </a:r>
            <a:r>
              <a:rPr lang="en-US" sz="9600" baseline="30000" dirty="0" smtClean="0"/>
              <a:t>k</a:t>
            </a:r>
            <a:r>
              <a:rPr lang="en-US" sz="9600" dirty="0" smtClean="0"/>
              <a:t> possible transformations</a:t>
            </a:r>
          </a:p>
          <a:p>
            <a:r>
              <a:rPr lang="en-US" sz="9600" dirty="0" smtClean="0"/>
              <a:t>Substitution - </a:t>
            </a:r>
            <a:r>
              <a:rPr lang="en-US" sz="9600" dirty="0"/>
              <a:t>Each plaintext element or group of elements is uniquely </a:t>
            </a:r>
            <a:r>
              <a:rPr lang="en-US" sz="9600" dirty="0" smtClean="0"/>
              <a:t>replaced by </a:t>
            </a:r>
            <a:r>
              <a:rPr lang="en-US" sz="9600" dirty="0"/>
              <a:t>a corresponding ciphertext element or group of elements. </a:t>
            </a:r>
            <a:endParaRPr lang="en-US" sz="9600" dirty="0" smtClean="0"/>
          </a:p>
          <a:p>
            <a:r>
              <a:rPr lang="en-US" sz="9600" dirty="0" smtClean="0"/>
              <a:t>Permutation - </a:t>
            </a:r>
            <a:r>
              <a:rPr lang="en-US" sz="9600" dirty="0"/>
              <a:t>A sequence of plaintext elements is replaced by a </a:t>
            </a:r>
            <a:r>
              <a:rPr lang="en-US" sz="9600" dirty="0" smtClean="0"/>
              <a:t>permutation of </a:t>
            </a:r>
            <a:r>
              <a:rPr lang="en-US" sz="9600" dirty="0"/>
              <a:t>that sequence. That is, no elements are added or deleted or replaced in </a:t>
            </a:r>
            <a:r>
              <a:rPr lang="en-US" sz="9600" dirty="0" smtClean="0"/>
              <a:t>the sequence</a:t>
            </a:r>
            <a:r>
              <a:rPr lang="en-US" sz="9600" dirty="0"/>
              <a:t>, rather the order in which the elements appear in the sequence </a:t>
            </a:r>
            <a:r>
              <a:rPr lang="en-US" sz="9600" dirty="0" smtClean="0"/>
              <a:t>is changed</a:t>
            </a:r>
            <a:r>
              <a:rPr lang="en-US" sz="9600" dirty="0"/>
              <a:t>.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857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Claude Shannon’s Principles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752599"/>
          </a:xfrm>
        </p:spPr>
        <p:txBody>
          <a:bodyPr/>
          <a:lstStyle/>
          <a:p>
            <a:r>
              <a:rPr lang="en-US" dirty="0" smtClean="0"/>
              <a:t>Diffusion</a:t>
            </a:r>
          </a:p>
          <a:p>
            <a:endParaRPr lang="en-US" dirty="0"/>
          </a:p>
          <a:p>
            <a:r>
              <a:rPr lang="en-US" dirty="0" smtClean="0"/>
              <a:t>Example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4755" y="1809750"/>
            <a:ext cx="2560572" cy="789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8600" y="3409950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we will attack Lahore at seven pm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410200" y="3409950"/>
            <a:ext cx="3922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ASHALKDGAFFSJSKSLLALLSHDGAS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886200" y="3594616"/>
            <a:ext cx="1752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8600" y="4019550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we will attack Lahore at seven am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3886200" y="4204216"/>
            <a:ext cx="1752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74305" y="4031218"/>
            <a:ext cx="3922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QYWIITTEPOOUEUTEITRETEUEU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51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Confusion – To make the relation between statistics of the ciphertext and value of the key as complex as possible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74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Parameters of Feistal Cipher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Block Size</a:t>
            </a:r>
          </a:p>
          <a:p>
            <a:r>
              <a:rPr lang="en-US" dirty="0" smtClean="0"/>
              <a:t>Key Size</a:t>
            </a:r>
          </a:p>
          <a:p>
            <a:r>
              <a:rPr lang="en-US" dirty="0" smtClean="0"/>
              <a:t>Rounds</a:t>
            </a:r>
          </a:p>
          <a:p>
            <a:r>
              <a:rPr lang="en-US" dirty="0" smtClean="0"/>
              <a:t>Sub Key Generation Algorithm</a:t>
            </a:r>
          </a:p>
          <a:p>
            <a:r>
              <a:rPr lang="en-US" smtClean="0"/>
              <a:t>Round Function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09" y="152400"/>
            <a:ext cx="3632075" cy="432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52400"/>
            <a:ext cx="2786062" cy="467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971800" y="4629150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2"/>
                </a:solidFill>
              </a:rPr>
              <a:t>The Feistal Cipher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66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Encryption Standard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Introduced in 1977</a:t>
            </a:r>
          </a:p>
          <a:p>
            <a:r>
              <a:rPr lang="en-US" dirty="0" smtClean="0"/>
              <a:t>Most widely accepted algorithm for commercial applications</a:t>
            </a:r>
          </a:p>
          <a:p>
            <a:r>
              <a:rPr lang="en-US" dirty="0" smtClean="0"/>
              <a:t>Eventually </a:t>
            </a:r>
            <a:r>
              <a:rPr lang="en-US" dirty="0"/>
              <a:t>r</a:t>
            </a:r>
            <a:r>
              <a:rPr lang="en-US" dirty="0" smtClean="0"/>
              <a:t>eplaced by Triple-DES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01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33349"/>
            <a:ext cx="3962400" cy="481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87120" y="154080"/>
              <a:ext cx="8927640" cy="46548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60" y="144720"/>
                <a:ext cx="8946360" cy="46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/>
              <p14:cNvContentPartPr/>
              <p14:nvPr/>
            </p14:nvContentPartPr>
            <p14:xfrm>
              <a:off x="2491560" y="288000"/>
              <a:ext cx="6469920" cy="444744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82200" y="278640"/>
                <a:ext cx="6488640" cy="446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986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processing</a:t>
            </a:r>
            <a:endParaRPr lang="en-US" dirty="0"/>
          </a:p>
        </p:txBody>
      </p:sp>
      <p:pic>
        <p:nvPicPr>
          <p:cNvPr id="2050" name="Picture 2" descr="https://www.cybrary.it/wp-content/uploads/2016/01/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00151"/>
            <a:ext cx="2362200" cy="1395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www.cybrary.it/wp-content/uploads/2016/01/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215052"/>
            <a:ext cx="2133600" cy="1432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3400" y="302895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Original 64 bit Key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914900" y="2964418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After removing parity bits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2050" idx="3"/>
            <a:endCxn id="2052" idx="1"/>
          </p:cNvCxnSpPr>
          <p:nvPr/>
        </p:nvCxnSpPr>
        <p:spPr>
          <a:xfrm>
            <a:off x="2819400" y="1898074"/>
            <a:ext cx="3200400" cy="334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32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Permutation Choice - 1</a:t>
            </a:r>
            <a:endParaRPr lang="en-US" sz="3200" dirty="0"/>
          </a:p>
        </p:txBody>
      </p:sp>
      <p:pic>
        <p:nvPicPr>
          <p:cNvPr id="4" name="Picture 6" descr="https://www.cybrary.it/wp-content/uploads/2016/01/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174174"/>
            <a:ext cx="2155789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5800" y="3714750"/>
            <a:ext cx="739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table specifies the input permutation on a 64-bit block. The meaning is as follows: the first bit of the output is taken from the </a:t>
            </a:r>
            <a:r>
              <a:rPr lang="en-US" dirty="0" smtClean="0"/>
              <a:t>57th </a:t>
            </a:r>
            <a:r>
              <a:rPr lang="en-US" dirty="0"/>
              <a:t>bit of the input; the second bit from the </a:t>
            </a:r>
            <a:r>
              <a:rPr lang="en-US" dirty="0" smtClean="0"/>
              <a:t>49th </a:t>
            </a:r>
            <a:r>
              <a:rPr lang="en-US" dirty="0"/>
              <a:t>bit, and so on, with the last bit of the output taken from the </a:t>
            </a:r>
            <a:r>
              <a:rPr lang="en-US" dirty="0" smtClean="0"/>
              <a:t>4th </a:t>
            </a:r>
            <a:r>
              <a:rPr lang="en-US" dirty="0"/>
              <a:t>bit of the input.</a:t>
            </a:r>
          </a:p>
        </p:txBody>
      </p:sp>
      <p:cxnSp>
        <p:nvCxnSpPr>
          <p:cNvPr id="7" name="Elbow Connector 6"/>
          <p:cNvCxnSpPr/>
          <p:nvPr/>
        </p:nvCxnSpPr>
        <p:spPr>
          <a:xfrm>
            <a:off x="7718389" y="1898074"/>
            <a:ext cx="206411" cy="2493041"/>
          </a:xfrm>
          <a:prstGeom prst="bentConnector3">
            <a:avLst>
              <a:gd name="adj1" fmla="val 21075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8" name="Picture 4" descr="https://www.cybrary.it/wp-content/uploads/2016/01/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189076"/>
            <a:ext cx="2133600" cy="1432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/>
          <p:cNvCxnSpPr>
            <a:stCxn id="8" idx="3"/>
            <a:endCxn id="4" idx="1"/>
          </p:cNvCxnSpPr>
          <p:nvPr/>
        </p:nvCxnSpPr>
        <p:spPr>
          <a:xfrm flipV="1">
            <a:off x="3505200" y="1898074"/>
            <a:ext cx="2057400" cy="74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1245600" y="964440"/>
              <a:ext cx="4541040" cy="16477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6240" y="955080"/>
                <a:ext cx="4559760" cy="166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81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00" b="1" dirty="0"/>
              <a:t>K</a:t>
            </a:r>
            <a:r>
              <a:rPr lang="en-US" sz="1600" dirty="0"/>
              <a:t> = 00010011 00110100 01010111 01111001 10011011 10111100 11011111 </a:t>
            </a:r>
            <a:r>
              <a:rPr lang="en-US" sz="1600" dirty="0" smtClean="0"/>
              <a:t>11110001</a:t>
            </a:r>
          </a:p>
          <a:p>
            <a:pPr marL="0" indent="0" algn="ctr">
              <a:buNone/>
            </a:pPr>
            <a:endParaRPr lang="en-US" sz="1600" b="1" dirty="0" smtClean="0"/>
          </a:p>
          <a:p>
            <a:pPr marL="0" indent="0" algn="ctr">
              <a:buNone/>
            </a:pPr>
            <a:endParaRPr lang="en-US" sz="1600" b="1" dirty="0"/>
          </a:p>
          <a:p>
            <a:pPr marL="0" indent="0" algn="ctr">
              <a:buNone/>
            </a:pPr>
            <a:r>
              <a:rPr lang="en-US" sz="1600" b="1" dirty="0" smtClean="0"/>
              <a:t>K</a:t>
            </a:r>
            <a:r>
              <a:rPr lang="en-US" sz="1600" dirty="0"/>
              <a:t>+ = 1111000 0110011 0010101 0101111 0101010 1011001 1001111 </a:t>
            </a:r>
            <a:r>
              <a:rPr lang="en-US" sz="1600" dirty="0" smtClean="0"/>
              <a:t>0001111</a:t>
            </a: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endParaRPr lang="en-US" sz="1600" b="1" i="1" dirty="0" smtClean="0"/>
          </a:p>
          <a:p>
            <a:pPr marL="0" indent="0" algn="ctr">
              <a:buNone/>
            </a:pPr>
            <a:r>
              <a:rPr lang="en-US" sz="1600" b="1" i="1" dirty="0" smtClean="0"/>
              <a:t>C</a:t>
            </a:r>
            <a:r>
              <a:rPr lang="en-US" sz="1600" b="1" i="1" baseline="-25000" dirty="0" smtClean="0"/>
              <a:t>0</a:t>
            </a:r>
            <a:r>
              <a:rPr lang="en-US" sz="1600" dirty="0"/>
              <a:t> = 1111000 0110011 0010101 0101111</a:t>
            </a:r>
            <a:br>
              <a:rPr lang="en-US" sz="1600" dirty="0"/>
            </a:br>
            <a:r>
              <a:rPr lang="en-US" sz="1600" b="1" i="1" dirty="0"/>
              <a:t>D</a:t>
            </a:r>
            <a:r>
              <a:rPr lang="en-US" sz="1600" b="1" i="1" baseline="-25000" dirty="0"/>
              <a:t>0</a:t>
            </a:r>
            <a:r>
              <a:rPr lang="en-US" sz="1600" dirty="0"/>
              <a:t> = 0101010 1011001 1001111 0001111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419600" y="1504950"/>
            <a:ext cx="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440382" y="1616425"/>
            <a:ext cx="1886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reduced to 56 bits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419600" y="241935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40382" y="2501384"/>
            <a:ext cx="2819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split it into two equal halves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022480" y="1212120"/>
              <a:ext cx="6148440" cy="338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13120" y="1202760"/>
                <a:ext cx="6167160" cy="5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5246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r">
              <a:buNone/>
            </a:pPr>
            <a:r>
              <a:rPr lang="en-US" sz="1800" b="1" i="1" dirty="0"/>
              <a:t>C</a:t>
            </a:r>
            <a:r>
              <a:rPr lang="en-US" sz="1800" b="1" i="1" baseline="-25000" dirty="0"/>
              <a:t>0</a:t>
            </a:r>
            <a:r>
              <a:rPr lang="en-US" sz="1800" dirty="0"/>
              <a:t> = 1111000011001100101010101111</a:t>
            </a:r>
            <a:br>
              <a:rPr lang="en-US" sz="1800" dirty="0"/>
            </a:br>
            <a:r>
              <a:rPr lang="en-US" sz="1800" b="1" i="1" dirty="0"/>
              <a:t>D</a:t>
            </a:r>
            <a:r>
              <a:rPr lang="en-US" sz="1800" b="1" i="1" baseline="-25000" dirty="0"/>
              <a:t>0</a:t>
            </a:r>
            <a:r>
              <a:rPr lang="en-US" sz="1800" dirty="0"/>
              <a:t> = 0101010101100110011110001111</a:t>
            </a:r>
          </a:p>
          <a:p>
            <a:pPr marL="0" indent="0" algn="r">
              <a:buNone/>
            </a:pPr>
            <a:endParaRPr lang="en-US" sz="1800" b="1" i="1" dirty="0" smtClean="0"/>
          </a:p>
          <a:p>
            <a:pPr marL="0" indent="0" algn="r">
              <a:buNone/>
            </a:pPr>
            <a:r>
              <a:rPr lang="en-US" sz="1800" b="1" i="1" dirty="0" smtClean="0"/>
              <a:t>C</a:t>
            </a:r>
            <a:r>
              <a:rPr lang="en-US" sz="1800" b="1" i="1" baseline="-25000" dirty="0" smtClean="0"/>
              <a:t>1</a:t>
            </a:r>
            <a:r>
              <a:rPr lang="en-US" sz="1800" dirty="0"/>
              <a:t> = 1110000110011001010101011111</a:t>
            </a:r>
            <a:br>
              <a:rPr lang="en-US" sz="1800" dirty="0"/>
            </a:br>
            <a:r>
              <a:rPr lang="en-US" sz="1800" b="1" i="1" dirty="0"/>
              <a:t>D</a:t>
            </a:r>
            <a:r>
              <a:rPr lang="en-US" sz="1800" b="1" i="1" baseline="-25000" dirty="0"/>
              <a:t>1</a:t>
            </a:r>
            <a:r>
              <a:rPr lang="en-US" sz="1800" dirty="0"/>
              <a:t> = 1010101011001100111100011110</a:t>
            </a:r>
          </a:p>
          <a:p>
            <a:pPr marL="0" indent="0" algn="r">
              <a:buNone/>
            </a:pPr>
            <a:endParaRPr lang="en-US" sz="1800" b="1" i="1" dirty="0" smtClean="0"/>
          </a:p>
          <a:p>
            <a:pPr marL="0" indent="0" algn="r">
              <a:buNone/>
            </a:pPr>
            <a:r>
              <a:rPr lang="en-US" sz="1800" b="1" i="1" dirty="0" smtClean="0"/>
              <a:t>C</a:t>
            </a:r>
            <a:r>
              <a:rPr lang="en-US" sz="1800" b="1" i="1" baseline="-25000" dirty="0" smtClean="0"/>
              <a:t>2</a:t>
            </a:r>
            <a:r>
              <a:rPr lang="en-US" sz="1800" dirty="0"/>
              <a:t> = 1100001100110010101010111111</a:t>
            </a:r>
            <a:br>
              <a:rPr lang="en-US" sz="1800" dirty="0"/>
            </a:br>
            <a:r>
              <a:rPr lang="en-US" sz="1800" b="1" i="1" dirty="0"/>
              <a:t>D</a:t>
            </a:r>
            <a:r>
              <a:rPr lang="en-US" sz="1800" b="1" i="1" baseline="-25000" dirty="0"/>
              <a:t>2</a:t>
            </a:r>
            <a:r>
              <a:rPr lang="en-US" sz="1800" dirty="0"/>
              <a:t> = 0101010110011001111000111101</a:t>
            </a:r>
          </a:p>
          <a:p>
            <a:pPr marL="0" indent="0" algn="r">
              <a:buNone/>
            </a:pPr>
            <a:endParaRPr lang="en-US" sz="1800" b="1" i="1" dirty="0" smtClean="0"/>
          </a:p>
          <a:p>
            <a:pPr marL="0" indent="0" algn="r">
              <a:buNone/>
            </a:pPr>
            <a:r>
              <a:rPr lang="en-US" sz="1800" b="1" i="1" dirty="0" smtClean="0"/>
              <a:t>C</a:t>
            </a:r>
            <a:r>
              <a:rPr lang="en-US" sz="1800" b="1" i="1" baseline="-25000" dirty="0" smtClean="0"/>
              <a:t>3</a:t>
            </a:r>
            <a:r>
              <a:rPr lang="en-US" sz="1800" dirty="0"/>
              <a:t> = 0000110011001010101011111111</a:t>
            </a:r>
            <a:br>
              <a:rPr lang="en-US" sz="1800" dirty="0"/>
            </a:br>
            <a:r>
              <a:rPr lang="en-US" sz="1800" b="1" i="1" dirty="0"/>
              <a:t>D</a:t>
            </a:r>
            <a:r>
              <a:rPr lang="en-US" sz="1800" b="1" i="1" baseline="-25000" dirty="0"/>
              <a:t>3</a:t>
            </a:r>
            <a:r>
              <a:rPr lang="en-US" sz="1800" dirty="0"/>
              <a:t> = 0101011001100111100011110101</a:t>
            </a:r>
          </a:p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08" y="1276350"/>
            <a:ext cx="2105892" cy="3314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1044720" y="435240"/>
              <a:ext cx="7742520" cy="3583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5360" y="425880"/>
                <a:ext cx="7761240" cy="360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2979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Permutation Choice - 2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sz="1800" b="1" i="1" dirty="0"/>
              <a:t>C</a:t>
            </a:r>
            <a:r>
              <a:rPr lang="en-US" sz="1800" b="1" i="1" baseline="-25000" dirty="0"/>
              <a:t>1</a:t>
            </a:r>
            <a:r>
              <a:rPr lang="en-US" sz="1800" b="1" i="1" dirty="0"/>
              <a:t>D</a:t>
            </a:r>
            <a:r>
              <a:rPr lang="en-US" sz="1800" b="1" i="1" baseline="-25000" dirty="0"/>
              <a:t>1</a:t>
            </a:r>
            <a:r>
              <a:rPr lang="en-US" sz="1800" dirty="0"/>
              <a:t> = 1110000 1100110 0101010 1011111 1010101 0110011 0011110 </a:t>
            </a:r>
            <a:r>
              <a:rPr lang="en-US" sz="1800" dirty="0" smtClean="0"/>
              <a:t>0011110</a:t>
            </a:r>
          </a:p>
          <a:p>
            <a:pPr marL="0" indent="0" algn="r">
              <a:buNone/>
            </a:pPr>
            <a:endParaRPr lang="en-US" sz="1800" b="1" i="1" dirty="0" smtClean="0"/>
          </a:p>
          <a:p>
            <a:pPr marL="0" indent="0" algn="r">
              <a:buNone/>
            </a:pPr>
            <a:r>
              <a:rPr lang="en-US" sz="1800" b="1" i="1" dirty="0" smtClean="0"/>
              <a:t>K</a:t>
            </a:r>
            <a:r>
              <a:rPr lang="en-US" sz="1800" b="1" i="1" baseline="-25000" dirty="0" smtClean="0"/>
              <a:t>1</a:t>
            </a:r>
            <a:r>
              <a:rPr lang="en-US" sz="1800" dirty="0"/>
              <a:t> = 000110 110000 001011 101111 111111 000111 000001 110010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571750"/>
            <a:ext cx="3274204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1279080" y="1165320"/>
              <a:ext cx="7280280" cy="1272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9720" y="1155960"/>
                <a:ext cx="7299000" cy="129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833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Plaintext 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1600" b="1" dirty="0"/>
              <a:t>M</a:t>
            </a:r>
            <a:r>
              <a:rPr lang="it-IT" sz="1600" dirty="0"/>
              <a:t> = 0000 0001 0010 0011 0100 0101 0110 0111 1000 1001 1010 1011 1100 1101 1110 1111</a:t>
            </a:r>
            <a:br>
              <a:rPr lang="it-IT" sz="1600" dirty="0"/>
            </a:br>
            <a:endParaRPr lang="it-IT" sz="1600" dirty="0" smtClean="0"/>
          </a:p>
          <a:p>
            <a:pPr marL="0" indent="0" algn="ctr">
              <a:buNone/>
            </a:pPr>
            <a:r>
              <a:rPr lang="it-IT" sz="1600" b="1" dirty="0" smtClean="0"/>
              <a:t>IP</a:t>
            </a:r>
            <a:r>
              <a:rPr lang="it-IT" sz="1600" dirty="0"/>
              <a:t> = 1100 1100 0000 0000 1100 1100 1111 1111 1111 0000 1010 1010 1111 0000 1010 1010</a:t>
            </a:r>
            <a:endParaRPr lang="en-US" sz="1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71750"/>
            <a:ext cx="3962400" cy="2031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89318" y="2848764"/>
            <a:ext cx="4343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Here the 58th bit of </a:t>
            </a:r>
            <a:r>
              <a:rPr lang="en-US" b="1" dirty="0"/>
              <a:t>M</a:t>
            </a:r>
            <a:r>
              <a:rPr lang="en-US" dirty="0"/>
              <a:t> is "1", which becomes the first bit of </a:t>
            </a:r>
            <a:r>
              <a:rPr lang="en-US" b="1" dirty="0"/>
              <a:t>IP</a:t>
            </a:r>
            <a:r>
              <a:rPr lang="en-US" dirty="0"/>
              <a:t>. The 50th bit of </a:t>
            </a:r>
            <a:r>
              <a:rPr lang="en-US" b="1" dirty="0"/>
              <a:t>M</a:t>
            </a:r>
            <a:r>
              <a:rPr lang="en-US" dirty="0"/>
              <a:t> is "1", which becomes the second bit of </a:t>
            </a:r>
            <a:r>
              <a:rPr lang="en-US" b="1" dirty="0"/>
              <a:t>IP</a:t>
            </a:r>
            <a:r>
              <a:rPr lang="en-US" dirty="0"/>
              <a:t>. The 7th bit of </a:t>
            </a:r>
            <a:r>
              <a:rPr lang="en-US" b="1" dirty="0"/>
              <a:t>M</a:t>
            </a:r>
            <a:r>
              <a:rPr lang="en-US" dirty="0"/>
              <a:t> is "0", which becomes the last bit of </a:t>
            </a:r>
            <a:r>
              <a:rPr lang="en-US" b="1" dirty="0"/>
              <a:t>IP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6811200" y="1479960"/>
              <a:ext cx="1225800" cy="2617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01840" y="1470600"/>
                <a:ext cx="1244520" cy="28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064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800" b="1" i="1" dirty="0"/>
              <a:t>L</a:t>
            </a:r>
            <a:r>
              <a:rPr lang="pt-BR" sz="2800" b="1" i="1" baseline="-25000" dirty="0"/>
              <a:t>0</a:t>
            </a:r>
            <a:r>
              <a:rPr lang="pt-BR" sz="2800" dirty="0"/>
              <a:t> = 1100 1100 0000 0000 1100 1100 1111 1111</a:t>
            </a:r>
            <a:br>
              <a:rPr lang="pt-BR" sz="2800" dirty="0"/>
            </a:br>
            <a:r>
              <a:rPr lang="pt-BR" sz="2800" b="1" i="1" dirty="0"/>
              <a:t>R</a:t>
            </a:r>
            <a:r>
              <a:rPr lang="pt-BR" sz="2800" b="1" i="1" baseline="-25000" dirty="0"/>
              <a:t>0</a:t>
            </a:r>
            <a:r>
              <a:rPr lang="pt-BR" sz="2800" dirty="0"/>
              <a:t> = 1111 0000 1010 1010 1111 0000 1010 </a:t>
            </a:r>
            <a:r>
              <a:rPr lang="pt-BR" sz="2800" dirty="0" smtClean="0"/>
              <a:t>1010</a:t>
            </a:r>
          </a:p>
          <a:p>
            <a:pPr marL="0" indent="0" algn="ctr">
              <a:buNone/>
            </a:pPr>
            <a:endParaRPr lang="pt-BR" sz="2800" dirty="0"/>
          </a:p>
          <a:p>
            <a:pPr marL="0" indent="0">
              <a:buNone/>
            </a:pPr>
            <a:r>
              <a:rPr lang="en-US" sz="2800" b="1" i="1" dirty="0"/>
              <a:t>L</a:t>
            </a:r>
            <a:r>
              <a:rPr lang="en-US" sz="2800" b="1" i="1" baseline="-25000" dirty="0"/>
              <a:t>n</a:t>
            </a:r>
            <a:r>
              <a:rPr lang="en-US" sz="2800" dirty="0"/>
              <a:t> = </a:t>
            </a:r>
            <a:r>
              <a:rPr lang="en-US" sz="2800" b="1" i="1" dirty="0"/>
              <a:t>R</a:t>
            </a:r>
            <a:r>
              <a:rPr lang="en-US" sz="2800" b="1" i="1" baseline="-25000" dirty="0"/>
              <a:t>n-1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b="1" i="1" dirty="0" err="1"/>
              <a:t>R</a:t>
            </a:r>
            <a:r>
              <a:rPr lang="en-US" sz="2800" b="1" i="1" baseline="-25000" dirty="0" err="1"/>
              <a:t>n</a:t>
            </a:r>
            <a:r>
              <a:rPr lang="en-US" sz="2800" dirty="0"/>
              <a:t> = </a:t>
            </a:r>
            <a:r>
              <a:rPr lang="en-US" sz="2800" b="1" i="1" dirty="0"/>
              <a:t>L</a:t>
            </a:r>
            <a:r>
              <a:rPr lang="en-US" sz="2800" b="1" i="1" baseline="-25000" dirty="0"/>
              <a:t>n-1</a:t>
            </a:r>
            <a:r>
              <a:rPr lang="en-US" sz="2800" dirty="0"/>
              <a:t> + </a:t>
            </a:r>
            <a:r>
              <a:rPr lang="en-US" sz="2800" b="1" i="1" dirty="0"/>
              <a:t>f</a:t>
            </a:r>
            <a:r>
              <a:rPr lang="en-US" sz="2800" dirty="0"/>
              <a:t>(</a:t>
            </a:r>
            <a:r>
              <a:rPr lang="en-US" sz="2800" b="1" i="1" dirty="0"/>
              <a:t>R</a:t>
            </a:r>
            <a:r>
              <a:rPr lang="en-US" sz="2800" b="1" i="1" baseline="-25000" dirty="0"/>
              <a:t>n-1</a:t>
            </a:r>
            <a:r>
              <a:rPr lang="en-US" sz="2800" dirty="0"/>
              <a:t>,</a:t>
            </a:r>
            <a:r>
              <a:rPr lang="en-US" sz="2800" b="1" i="1" dirty="0"/>
              <a:t>K</a:t>
            </a:r>
            <a:r>
              <a:rPr lang="en-US" sz="2800" b="1" i="1" baseline="-25000" dirty="0"/>
              <a:t>n</a:t>
            </a:r>
            <a:r>
              <a:rPr lang="en-US" sz="2800" dirty="0"/>
              <a:t>)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275663"/>
            <a:ext cx="2286000" cy="272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3071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Expansion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657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chemeClr val="accent1"/>
                </a:solidFill>
              </a:rPr>
              <a:t>first we need to expand the bits</a:t>
            </a:r>
          </a:p>
          <a:p>
            <a:pPr marL="0" indent="0">
              <a:buNone/>
            </a:pPr>
            <a:r>
              <a:rPr lang="en-US" sz="2000" dirty="0"/>
              <a:t>the first three bits of </a:t>
            </a:r>
            <a:r>
              <a:rPr lang="en-US" sz="2000" b="1" dirty="0"/>
              <a:t>E</a:t>
            </a:r>
            <a:r>
              <a:rPr lang="en-US" sz="2000" dirty="0"/>
              <a:t>(</a:t>
            </a:r>
            <a:r>
              <a:rPr lang="en-US" sz="2000" b="1" i="1" dirty="0"/>
              <a:t>R</a:t>
            </a:r>
            <a:r>
              <a:rPr lang="en-US" sz="2000" b="1" i="1" baseline="-25000" dirty="0"/>
              <a:t>n-1</a:t>
            </a:r>
            <a:r>
              <a:rPr lang="en-US" sz="2000" dirty="0"/>
              <a:t>) are the bits in positions 32, 1 and 2 of </a:t>
            </a:r>
            <a:r>
              <a:rPr lang="en-US" sz="2000" b="1" i="1" dirty="0"/>
              <a:t>R</a:t>
            </a:r>
            <a:r>
              <a:rPr lang="en-US" sz="2000" b="1" i="1" baseline="-25000" dirty="0"/>
              <a:t>n-1</a:t>
            </a:r>
            <a:r>
              <a:rPr lang="en-US" sz="2000" dirty="0"/>
              <a:t> while the last 2 bits of </a:t>
            </a:r>
            <a:r>
              <a:rPr lang="en-US" sz="2000" b="1" dirty="0"/>
              <a:t>E</a:t>
            </a:r>
            <a:r>
              <a:rPr lang="en-US" sz="2000" dirty="0"/>
              <a:t>(</a:t>
            </a:r>
            <a:r>
              <a:rPr lang="en-US" sz="2000" b="1" i="1" dirty="0"/>
              <a:t>R</a:t>
            </a:r>
            <a:r>
              <a:rPr lang="en-US" sz="2000" b="1" i="1" baseline="-25000" dirty="0"/>
              <a:t>n-1</a:t>
            </a:r>
            <a:r>
              <a:rPr lang="en-US" sz="2000" dirty="0"/>
              <a:t>) are the bits in positions 32 and 1.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We </a:t>
            </a:r>
            <a:r>
              <a:rPr lang="en-US" sz="2000" dirty="0"/>
              <a:t>calculate </a:t>
            </a:r>
            <a:r>
              <a:rPr lang="en-US" sz="2000" b="1" dirty="0"/>
              <a:t>E</a:t>
            </a:r>
            <a:r>
              <a:rPr lang="en-US" sz="2000" dirty="0"/>
              <a:t>(</a:t>
            </a:r>
            <a:r>
              <a:rPr lang="en-US" sz="2000" b="1" i="1" dirty="0"/>
              <a:t>R</a:t>
            </a:r>
            <a:r>
              <a:rPr lang="en-US" sz="2000" b="1" i="1" baseline="-25000" dirty="0"/>
              <a:t>0</a:t>
            </a:r>
            <a:r>
              <a:rPr lang="en-US" sz="2000" dirty="0"/>
              <a:t>) from </a:t>
            </a:r>
            <a:r>
              <a:rPr lang="en-US" sz="2000" b="1" i="1" dirty="0"/>
              <a:t>R</a:t>
            </a:r>
            <a:r>
              <a:rPr lang="en-US" sz="2000" b="1" i="1" baseline="-25000" dirty="0"/>
              <a:t>0</a:t>
            </a:r>
            <a:r>
              <a:rPr lang="en-US" sz="2000" dirty="0"/>
              <a:t> as follows:</a:t>
            </a:r>
          </a:p>
          <a:p>
            <a:pPr marL="0" indent="0">
              <a:buNone/>
            </a:pPr>
            <a:r>
              <a:rPr lang="en-US" sz="2000" b="1" i="1" dirty="0"/>
              <a:t>R</a:t>
            </a:r>
            <a:r>
              <a:rPr lang="en-US" sz="2000" b="1" i="1" baseline="-25000" dirty="0"/>
              <a:t>0</a:t>
            </a:r>
            <a:r>
              <a:rPr lang="en-US" sz="2000" dirty="0"/>
              <a:t> = 1111 0000 1010 1010 1111 0000 1010 </a:t>
            </a:r>
            <a:r>
              <a:rPr lang="en-US" sz="2000" dirty="0" smtClean="0"/>
              <a:t>1010</a:t>
            </a:r>
          </a:p>
          <a:p>
            <a:pPr marL="0" indent="0">
              <a:buNone/>
            </a:pPr>
            <a:r>
              <a:rPr lang="en-US" sz="2000" b="1" dirty="0" smtClean="0"/>
              <a:t>E</a:t>
            </a:r>
            <a:r>
              <a:rPr lang="en-US" sz="2000" dirty="0" smtClean="0"/>
              <a:t>(</a:t>
            </a:r>
            <a:r>
              <a:rPr lang="en-US" sz="2000" b="1" i="1" dirty="0" smtClean="0"/>
              <a:t>R</a:t>
            </a:r>
            <a:r>
              <a:rPr lang="en-US" sz="2000" b="1" i="1" baseline="-25000" dirty="0" smtClean="0"/>
              <a:t>0</a:t>
            </a:r>
            <a:r>
              <a:rPr lang="en-US" sz="2000" dirty="0"/>
              <a:t>) = 011110 100001 010101 010101 011110 100001 010101 010101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399" y="2495550"/>
            <a:ext cx="2494321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4855680" y="2725920"/>
              <a:ext cx="3951720" cy="19760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46320" y="2716560"/>
                <a:ext cx="3970440" cy="199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372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</a:t>
            </a:r>
            <a:r>
              <a:rPr lang="en-US" i="1" dirty="0" smtClean="0"/>
              <a:t>f </a:t>
            </a:r>
            <a:r>
              <a:rPr lang="en-US" dirty="0" smtClean="0"/>
              <a:t>works?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Next in the </a:t>
            </a:r>
            <a:r>
              <a:rPr lang="en-US" sz="2000" b="1" i="1" dirty="0"/>
              <a:t>f</a:t>
            </a:r>
            <a:r>
              <a:rPr lang="en-US" sz="2000" dirty="0"/>
              <a:t> calculation, we XOR the output </a:t>
            </a:r>
            <a:r>
              <a:rPr lang="en-US" sz="2000" b="1" dirty="0"/>
              <a:t>E</a:t>
            </a:r>
            <a:r>
              <a:rPr lang="en-US" sz="2000" dirty="0"/>
              <a:t>(</a:t>
            </a:r>
            <a:r>
              <a:rPr lang="en-US" sz="2000" b="1" i="1" dirty="0"/>
              <a:t>R</a:t>
            </a:r>
            <a:r>
              <a:rPr lang="en-US" sz="2000" b="1" i="1" baseline="-25000" dirty="0"/>
              <a:t>n-1</a:t>
            </a:r>
            <a:r>
              <a:rPr lang="en-US" sz="2000" dirty="0"/>
              <a:t>) with the key </a:t>
            </a:r>
            <a:r>
              <a:rPr lang="en-US" sz="2000" b="1" i="1" dirty="0" err="1"/>
              <a:t>K</a:t>
            </a:r>
            <a:r>
              <a:rPr lang="en-US" sz="2000" b="1" i="1" baseline="-25000" dirty="0" err="1"/>
              <a:t>n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b="1" i="1" dirty="0" err="1"/>
              <a:t>K</a:t>
            </a:r>
            <a:r>
              <a:rPr lang="en-US" sz="2000" b="1" i="1" baseline="-25000" dirty="0" err="1"/>
              <a:t>n</a:t>
            </a:r>
            <a:r>
              <a:rPr lang="en-US" sz="2000" dirty="0"/>
              <a:t> + </a:t>
            </a:r>
            <a:r>
              <a:rPr lang="en-US" sz="2000" b="1" dirty="0"/>
              <a:t>E</a:t>
            </a:r>
            <a:r>
              <a:rPr lang="en-US" sz="2000" dirty="0"/>
              <a:t>(</a:t>
            </a:r>
            <a:r>
              <a:rPr lang="en-US" sz="2000" b="1" i="1" dirty="0"/>
              <a:t>R</a:t>
            </a:r>
            <a:r>
              <a:rPr lang="en-US" sz="2000" b="1" i="1" baseline="-25000" dirty="0"/>
              <a:t>n-1</a:t>
            </a:r>
            <a:r>
              <a:rPr lang="en-US" sz="2000" dirty="0" smtClean="0"/>
              <a:t>).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 smtClean="0"/>
              <a:t>Example</a:t>
            </a:r>
            <a:r>
              <a:rPr lang="en-US" sz="2000" b="1" dirty="0"/>
              <a:t>:</a:t>
            </a:r>
            <a:r>
              <a:rPr lang="en-US" sz="2000" dirty="0"/>
              <a:t> For </a:t>
            </a:r>
            <a:r>
              <a:rPr lang="en-US" sz="2000" b="1" i="1" dirty="0"/>
              <a:t>K</a:t>
            </a:r>
            <a:r>
              <a:rPr lang="en-US" sz="2000" b="1" i="1" baseline="-25000" dirty="0"/>
              <a:t>1</a:t>
            </a:r>
            <a:r>
              <a:rPr lang="en-US" sz="2000" dirty="0"/>
              <a:t> , </a:t>
            </a:r>
            <a:r>
              <a:rPr lang="en-US" sz="2000" b="1" dirty="0"/>
              <a:t>E</a:t>
            </a:r>
            <a:r>
              <a:rPr lang="en-US" sz="2000" dirty="0"/>
              <a:t>(</a:t>
            </a:r>
            <a:r>
              <a:rPr lang="en-US" sz="2000" b="1" i="1" dirty="0"/>
              <a:t>R</a:t>
            </a:r>
            <a:r>
              <a:rPr lang="en-US" sz="2000" b="1" i="1" baseline="-25000" dirty="0"/>
              <a:t>0</a:t>
            </a:r>
            <a:r>
              <a:rPr lang="en-US" sz="2000" dirty="0"/>
              <a:t>), we have</a:t>
            </a:r>
          </a:p>
          <a:p>
            <a:pPr marL="0" indent="0">
              <a:buNone/>
            </a:pPr>
            <a:r>
              <a:rPr lang="en-US" sz="2000" b="1" i="1" dirty="0"/>
              <a:t>K</a:t>
            </a:r>
            <a:r>
              <a:rPr lang="en-US" sz="2000" b="1" i="1" baseline="-25000" dirty="0"/>
              <a:t>1</a:t>
            </a:r>
            <a:r>
              <a:rPr lang="en-US" sz="2000" dirty="0"/>
              <a:t> = 000110 110000 001011 101111 111111 000111 000001 </a:t>
            </a:r>
            <a:r>
              <a:rPr lang="en-US" sz="2000" dirty="0" smtClean="0"/>
              <a:t>110010</a:t>
            </a:r>
          </a:p>
          <a:p>
            <a:pPr marL="0" indent="0">
              <a:buNone/>
            </a:pPr>
            <a:r>
              <a:rPr lang="en-US" sz="2000" dirty="0"/>
              <a:t/>
            </a:r>
            <a:br>
              <a:rPr lang="en-US" sz="2000" dirty="0"/>
            </a:br>
            <a:r>
              <a:rPr lang="en-US" sz="2000" b="1" dirty="0"/>
              <a:t>E</a:t>
            </a:r>
            <a:r>
              <a:rPr lang="en-US" sz="2000" dirty="0"/>
              <a:t>(</a:t>
            </a:r>
            <a:r>
              <a:rPr lang="en-US" sz="2000" b="1" i="1" dirty="0"/>
              <a:t>R</a:t>
            </a:r>
            <a:r>
              <a:rPr lang="en-US" sz="2000" b="1" i="1" baseline="-25000" dirty="0"/>
              <a:t>0</a:t>
            </a:r>
            <a:r>
              <a:rPr lang="en-US" sz="2000" dirty="0"/>
              <a:t>) = 011110 100001 010101 010101 011110 100001 010101 </a:t>
            </a:r>
            <a:r>
              <a:rPr lang="en-US" sz="2000" dirty="0" smtClean="0"/>
              <a:t>010101</a:t>
            </a:r>
          </a:p>
          <a:p>
            <a:pPr marL="0" indent="0">
              <a:buNone/>
            </a:pPr>
            <a:r>
              <a:rPr lang="en-US" sz="2000" dirty="0"/>
              <a:t/>
            </a:r>
            <a:br>
              <a:rPr lang="en-US" sz="2000" dirty="0"/>
            </a:br>
            <a:r>
              <a:rPr lang="en-US" sz="2000" b="1" i="1" dirty="0"/>
              <a:t>K</a:t>
            </a:r>
            <a:r>
              <a:rPr lang="en-US" sz="2000" b="1" i="1" baseline="-25000" dirty="0"/>
              <a:t>1</a:t>
            </a:r>
            <a:r>
              <a:rPr lang="en-US" sz="2000" dirty="0"/>
              <a:t>+</a:t>
            </a:r>
            <a:r>
              <a:rPr lang="en-US" sz="2000" b="1" dirty="0"/>
              <a:t>E</a:t>
            </a:r>
            <a:r>
              <a:rPr lang="en-US" sz="2000" dirty="0"/>
              <a:t>(</a:t>
            </a:r>
            <a:r>
              <a:rPr lang="en-US" sz="2000" b="1" i="1" dirty="0"/>
              <a:t>R</a:t>
            </a:r>
            <a:r>
              <a:rPr lang="en-US" sz="2000" b="1" i="1" baseline="-25000" dirty="0"/>
              <a:t>0</a:t>
            </a:r>
            <a:r>
              <a:rPr lang="en-US" sz="2000" dirty="0"/>
              <a:t>) = 011000 010001 011110 111010 100001 100110 010100 100111.</a:t>
            </a:r>
          </a:p>
          <a:p>
            <a:pPr marL="0" indent="0" algn="ctr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4591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Avalanche Effect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862" y="2382837"/>
            <a:ext cx="3724275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488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336" y="285750"/>
            <a:ext cx="6172200" cy="4572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3883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9550"/>
            <a:ext cx="7253287" cy="4690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638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85750"/>
            <a:ext cx="7110412" cy="4604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885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strong is DES?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When a 56 bit key is used, 2</a:t>
            </a:r>
            <a:r>
              <a:rPr lang="en-US" baseline="30000" dirty="0" smtClean="0"/>
              <a:t>56</a:t>
            </a:r>
            <a:r>
              <a:rPr lang="en-US" dirty="0" smtClean="0"/>
              <a:t> ~ 7.2 x 10</a:t>
            </a:r>
            <a:r>
              <a:rPr lang="en-US" baseline="30000" dirty="0" smtClean="0"/>
              <a:t>16</a:t>
            </a:r>
            <a:r>
              <a:rPr lang="en-US" dirty="0" smtClean="0"/>
              <a:t>  keys are possible.</a:t>
            </a:r>
          </a:p>
          <a:p>
            <a:r>
              <a:rPr lang="en-US" dirty="0" smtClean="0"/>
              <a:t>If a brute-force attack is tried, with one encryption per microsecond, it will take more than </a:t>
            </a:r>
            <a:r>
              <a:rPr lang="en-US" dirty="0" smtClean="0">
                <a:solidFill>
                  <a:srgbClr val="FF0000"/>
                </a:solidFill>
              </a:rPr>
              <a:t>1000 years </a:t>
            </a:r>
            <a:r>
              <a:rPr lang="en-US" dirty="0" smtClean="0"/>
              <a:t>to search </a:t>
            </a:r>
            <a:r>
              <a:rPr lang="en-US" b="1" dirty="0" smtClean="0"/>
              <a:t>half </a:t>
            </a:r>
            <a:r>
              <a:rPr lang="en-US" dirty="0" smtClean="0"/>
              <a:t>of key space</a:t>
            </a:r>
          </a:p>
          <a:p>
            <a:r>
              <a:rPr lang="en-US" dirty="0" smtClean="0"/>
              <a:t>But </a:t>
            </a:r>
            <a:r>
              <a:rPr lang="en-US" dirty="0" err="1" smtClean="0"/>
              <a:t>Diffie</a:t>
            </a:r>
            <a:r>
              <a:rPr lang="en-US" dirty="0" smtClean="0"/>
              <a:t>-Hellman proposed a parallel computing array of devices that can break the cipher in </a:t>
            </a:r>
            <a:r>
              <a:rPr lang="en-US" b="1" dirty="0" smtClean="0"/>
              <a:t>10 hours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806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But super computers these days can do 10</a:t>
            </a:r>
            <a:r>
              <a:rPr lang="en-US" baseline="30000" dirty="0" smtClean="0"/>
              <a:t>13 </a:t>
            </a:r>
            <a:r>
              <a:rPr lang="en-US" dirty="0" smtClean="0"/>
              <a:t> </a:t>
            </a:r>
            <a:r>
              <a:rPr lang="en-US" dirty="0" smtClean="0"/>
              <a:t>de</a:t>
            </a:r>
            <a:r>
              <a:rPr lang="en-US" dirty="0" smtClean="0"/>
              <a:t>cryptions </a:t>
            </a:r>
            <a:r>
              <a:rPr lang="en-US" dirty="0" smtClean="0"/>
              <a:t>per second, breaking the cipher in an hour</a:t>
            </a:r>
          </a:p>
          <a:p>
            <a:r>
              <a:rPr lang="en-US" dirty="0" smtClean="0"/>
              <a:t>But with key size 128, it would take 1,00,000 years for any computer to brute-force the cipher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187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en-US" dirty="0" smtClean="0"/>
              <a:t>ey </a:t>
            </a:r>
            <a:r>
              <a:rPr lang="en-US" dirty="0"/>
              <a:t>S</a:t>
            </a:r>
            <a:r>
              <a:rPr lang="en-US" dirty="0" smtClean="0"/>
              <a:t>izes </a:t>
            </a:r>
            <a:r>
              <a:rPr lang="en-US" dirty="0" err="1" smtClean="0"/>
              <a:t>Vs</a:t>
            </a:r>
            <a:r>
              <a:rPr lang="en-US" dirty="0" smtClean="0"/>
              <a:t> Brute-force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81150"/>
            <a:ext cx="7443787" cy="2798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7672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Cryptanalysis on 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cryptanalysts may try to break the cipher understanding the nature of DES</a:t>
            </a:r>
          </a:p>
          <a:p>
            <a:r>
              <a:rPr lang="en-US" dirty="0" smtClean="0"/>
              <a:t>A point of study for attackers is the concept of S-Boxes or Substitution tables</a:t>
            </a:r>
          </a:p>
          <a:p>
            <a:r>
              <a:rPr lang="en-US" dirty="0" smtClean="0"/>
              <a:t>S-Boxes are the defense against cryptanalysis causing </a:t>
            </a:r>
            <a:r>
              <a:rPr lang="en-US" b="1" dirty="0" smtClean="0"/>
              <a:t>Confusion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9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S-Boxes are responsible for obscuring the relation between ciphertext and the key</a:t>
            </a:r>
          </a:p>
          <a:p>
            <a:r>
              <a:rPr lang="en-US" dirty="0" smtClean="0"/>
              <a:t>There are eight S-Boxes used in DES, each takes a 6 bit input and produces 4 bit 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5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it works?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smtClean="0"/>
              <a:t>input =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0</a:t>
            </a:r>
            <a:r>
              <a:rPr lang="en-US" dirty="0" smtClean="0">
                <a:solidFill>
                  <a:schemeClr val="accent1"/>
                </a:solidFill>
              </a:rPr>
              <a:t>1101</a:t>
            </a:r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dirty="0" smtClean="0">
                <a:solidFill>
                  <a:srgbClr val="FF0000"/>
                </a:solidFill>
              </a:rPr>
              <a:t>outer bits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FF0000"/>
                </a:solidFill>
              </a:rPr>
              <a:t>01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chemeClr val="accent1"/>
                </a:solidFill>
              </a:rPr>
              <a:t>inner bits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chemeClr val="accent1"/>
                </a:solidFill>
              </a:rPr>
              <a:t>1101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386570"/>
            <a:ext cx="7800975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0933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Are they safe?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cases where S-Boxes have exhibited irregularities and unexpected behaviors</a:t>
            </a:r>
          </a:p>
          <a:p>
            <a:r>
              <a:rPr lang="en-US" dirty="0" smtClean="0"/>
              <a:t>But no one </a:t>
            </a:r>
            <a:r>
              <a:rPr lang="en-US" dirty="0" smtClean="0"/>
              <a:t>successfully claimed </a:t>
            </a:r>
            <a:r>
              <a:rPr lang="en-US" dirty="0" smtClean="0"/>
              <a:t>till this date that they </a:t>
            </a:r>
            <a:r>
              <a:rPr lang="en-US" dirty="0" smtClean="0"/>
              <a:t>are able break DES using the flawed</a:t>
            </a:r>
            <a:r>
              <a:rPr lang="en-US" dirty="0" smtClean="0"/>
              <a:t> </a:t>
            </a:r>
            <a:r>
              <a:rPr lang="en-US" dirty="0" smtClean="0"/>
              <a:t>S-Box </a:t>
            </a:r>
            <a:r>
              <a:rPr lang="en-US" dirty="0" smtClean="0"/>
              <a:t>designs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7515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259B77012B2848AE0F4DF2B5D4F296" ma:contentTypeVersion="2" ma:contentTypeDescription="Create a new document." ma:contentTypeScope="" ma:versionID="702001f6ffe92fc27853c39d6bb1f461">
  <xsd:schema xmlns:xsd="http://www.w3.org/2001/XMLSchema" xmlns:xs="http://www.w3.org/2001/XMLSchema" xmlns:p="http://schemas.microsoft.com/office/2006/metadata/properties" xmlns:ns2="7c358aa1-f4ff-467d-928d-abaea3b327e8" targetNamespace="http://schemas.microsoft.com/office/2006/metadata/properties" ma:root="true" ma:fieldsID="8428a033b6143380b25f6b4c31122d63" ns2:_="">
    <xsd:import namespace="7c358aa1-f4ff-467d-928d-abaea3b327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358aa1-f4ff-467d-928d-abaea3b327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068065-79AD-47C0-B3F8-E874DF589975}"/>
</file>

<file path=customXml/itemProps2.xml><?xml version="1.0" encoding="utf-8"?>
<ds:datastoreItem xmlns:ds="http://schemas.openxmlformats.org/officeDocument/2006/customXml" ds:itemID="{BAC10470-A384-4C79-8B55-31D10684F327}"/>
</file>

<file path=customXml/itemProps3.xml><?xml version="1.0" encoding="utf-8"?>
<ds:datastoreItem xmlns:ds="http://schemas.openxmlformats.org/officeDocument/2006/customXml" ds:itemID="{666498CB-3456-4F8E-A966-798BDA0F6A2A}"/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788</Words>
  <Application>Microsoft Office PowerPoint</Application>
  <PresentationFormat>On-screen Show (16:9)</PresentationFormat>
  <Paragraphs>132</Paragraphs>
  <Slides>39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Data Encryption Standard</vt:lpstr>
      <vt:lpstr>Stream Ciphers</vt:lpstr>
      <vt:lpstr>Stream Cipher Model</vt:lpstr>
      <vt:lpstr>Block Ciphers</vt:lpstr>
      <vt:lpstr>Block Cipher Model</vt:lpstr>
      <vt:lpstr>Motivation for Feistal Cipher</vt:lpstr>
      <vt:lpstr>4 to 16 bit encoder-decoder</vt:lpstr>
      <vt:lpstr>Encryption and Decryption Tables</vt:lpstr>
      <vt:lpstr>PowerPoint Presentation</vt:lpstr>
      <vt:lpstr>PowerPoint Presentation</vt:lpstr>
      <vt:lpstr>PowerPoint Presentation</vt:lpstr>
      <vt:lpstr>Conclusions</vt:lpstr>
      <vt:lpstr>PowerPoint Presentation</vt:lpstr>
      <vt:lpstr>Claude Shannon’s Principles</vt:lpstr>
      <vt:lpstr>PowerPoint Presentation</vt:lpstr>
      <vt:lpstr>Parameters of Feistal Cipher</vt:lpstr>
      <vt:lpstr>PowerPoint Presentation</vt:lpstr>
      <vt:lpstr>Data Encryption Standard</vt:lpstr>
      <vt:lpstr>PowerPoint Presentation</vt:lpstr>
      <vt:lpstr>Key processing</vt:lpstr>
      <vt:lpstr>Permutation Choice - 1</vt:lpstr>
      <vt:lpstr>PowerPoint Presentation</vt:lpstr>
      <vt:lpstr>PowerPoint Presentation</vt:lpstr>
      <vt:lpstr>Permutation Choice - 2</vt:lpstr>
      <vt:lpstr>Plaintext Processing</vt:lpstr>
      <vt:lpstr>PowerPoint Presentation</vt:lpstr>
      <vt:lpstr>Expansion</vt:lpstr>
      <vt:lpstr>How f works?</vt:lpstr>
      <vt:lpstr>The Avalanche Effect</vt:lpstr>
      <vt:lpstr>PowerPoint Presentation</vt:lpstr>
      <vt:lpstr>PowerPoint Presentation</vt:lpstr>
      <vt:lpstr>PowerPoint Presentation</vt:lpstr>
      <vt:lpstr>How strong is DES?</vt:lpstr>
      <vt:lpstr>PowerPoint Presentation</vt:lpstr>
      <vt:lpstr>Key Sizes Vs Brute-force attacks</vt:lpstr>
      <vt:lpstr>Cryptanalysis on DES</vt:lpstr>
      <vt:lpstr>PowerPoint Presentation</vt:lpstr>
      <vt:lpstr>How it works?</vt:lpstr>
      <vt:lpstr>Are they safe?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Encryption Standard</dc:title>
  <dc:creator/>
  <cp:lastModifiedBy>Siva</cp:lastModifiedBy>
  <cp:revision>31</cp:revision>
  <dcterms:created xsi:type="dcterms:W3CDTF">2006-08-16T00:00:00Z</dcterms:created>
  <dcterms:modified xsi:type="dcterms:W3CDTF">2020-09-14T07:25:31Z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0x010100AB259B77012B2848AE0F4DF2B5D4F296</vt:lpwstr>
  </property>
</Properties>
</file>